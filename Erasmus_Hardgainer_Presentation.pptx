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5"/>
  </p:notesMasterIdLst>
  <p:sldIdLst>
    <p:sldId id="256" r:id="rId2"/>
    <p:sldId id="258" r:id="rId3"/>
    <p:sldId id="260" r:id="rId4"/>
    <p:sldId id="261" r:id="rId5"/>
    <p:sldId id="296" r:id="rId6"/>
    <p:sldId id="262" r:id="rId7"/>
    <p:sldId id="297" r:id="rId8"/>
    <p:sldId id="263" r:id="rId9"/>
    <p:sldId id="264" r:id="rId10"/>
    <p:sldId id="298" r:id="rId11"/>
    <p:sldId id="304" r:id="rId12"/>
    <p:sldId id="265" r:id="rId13"/>
    <p:sldId id="266" r:id="rId14"/>
    <p:sldId id="299" r:id="rId15"/>
    <p:sldId id="300" r:id="rId16"/>
    <p:sldId id="268" r:id="rId17"/>
    <p:sldId id="302" r:id="rId18"/>
    <p:sldId id="305" r:id="rId19"/>
    <p:sldId id="301" r:id="rId20"/>
    <p:sldId id="269" r:id="rId21"/>
    <p:sldId id="303" r:id="rId22"/>
    <p:sldId id="270" r:id="rId23"/>
    <p:sldId id="275" r:id="rId24"/>
  </p:sldIdLst>
  <p:sldSz cx="9144000" cy="5143500" type="screen16x9"/>
  <p:notesSz cx="6858000" cy="9144000"/>
  <p:embeddedFontLst>
    <p:embeddedFont>
      <p:font typeface="Bai Jamjuree" pitchFamily="2" charset="-34"/>
      <p:regular r:id="rId26"/>
      <p:bold r:id="rId27"/>
      <p:italic r:id="rId28"/>
      <p:boldItalic r:id="rId29"/>
    </p:embeddedFont>
    <p:embeddedFont>
      <p:font typeface="Bai Jamjuree Light" pitchFamily="2" charset="-34"/>
      <p:regular r:id="rId30"/>
    </p:embeddedFont>
    <p:embeddedFont>
      <p:font typeface="Bebas Neue" panose="020B0606020202050201" pitchFamily="34" charset="77"/>
      <p:regular r:id="rId31"/>
    </p:embeddedFont>
    <p:embeddedFont>
      <p:font typeface="Phudu" pitchFamily="2" charset="77"/>
      <p:regular r:id="rId32"/>
      <p:bold r:id="rId33"/>
    </p:embeddedFont>
    <p:embeddedFont>
      <p:font typeface="Phudu Medium" pitchFamily="2" charset="77"/>
      <p:regular r:id="rId34"/>
      <p:bold r:id="rId35"/>
    </p:embeddedFont>
    <p:embeddedFont>
      <p:font typeface="Phudu SemiBold" pitchFamily="2" charset="77"/>
      <p:regular r:id="rId36"/>
      <p:bold r:id="rId37"/>
    </p:embeddedFont>
    <p:embeddedFont>
      <p:font typeface="PT Sans" panose="020B0503020203020204" pitchFamily="34" charset="77"/>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BC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23D57E-FC55-4409-ADB7-2D28EACC5187}">
  <a:tblStyle styleId="{6923D57E-FC55-4409-ADB7-2D28EACC51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197278F-E149-4FD7-B3B8-CF3E7839549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18"/>
    <p:restoredTop sz="94650"/>
  </p:normalViewPr>
  <p:slideViewPr>
    <p:cSldViewPr snapToGrid="0">
      <p:cViewPr>
        <p:scale>
          <a:sx n="170" d="100"/>
          <a:sy n="170" d="100"/>
        </p:scale>
        <p:origin x="-480"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2f1bf7c4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2f1bf7c40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2e93169256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2e93169256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0b269c60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30b269c60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2e93169256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2e93169256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0b269c60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30b269c60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4450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30b269c60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30b269c60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0b269c60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30b269c60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4397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30b269c605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30b269c605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30b269c605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230b269c605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30b269c605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230b269c605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3649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30b269c605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230b269c605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3171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30b269c605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30b269c605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30b269c605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30b269c605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0b269c60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30b269c60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3079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30b269c605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30b269c605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2334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30b269c605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30b269c605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30b269c605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30b269c605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4770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30b269c605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30b269c605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661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0b269c60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30b269c60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8651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30b269c605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230b269c605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0b269c60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30b269c60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2909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30b269c605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30b269c605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2e9316925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2e9316925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1"/>
            </a:gs>
            <a:gs pos="49000">
              <a:schemeClr val="lt1"/>
            </a:gs>
            <a:gs pos="100000">
              <a:schemeClr val="dk2"/>
            </a:gs>
          </a:gsLst>
          <a:lin ang="0" scaled="0"/>
        </a:gradFill>
        <a:effectLst/>
      </p:bgPr>
    </p:bg>
    <p:spTree>
      <p:nvGrpSpPr>
        <p:cNvPr id="1" name="Shape 8"/>
        <p:cNvGrpSpPr/>
        <p:nvPr/>
      </p:nvGrpSpPr>
      <p:grpSpPr>
        <a:xfrm>
          <a:off x="0" y="0"/>
          <a:ext cx="0" cy="0"/>
          <a:chOff x="0" y="0"/>
          <a:chExt cx="0" cy="0"/>
        </a:xfrm>
      </p:grpSpPr>
      <p:sp>
        <p:nvSpPr>
          <p:cNvPr id="9" name="Google Shape;9;p2"/>
          <p:cNvSpPr/>
          <p:nvPr/>
        </p:nvSpPr>
        <p:spPr>
          <a:xfrm>
            <a:off x="-3556175" y="-274657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Google Shape;10;p2"/>
          <p:cNvPicPr preferRelativeResize="0"/>
          <p:nvPr/>
        </p:nvPicPr>
        <p:blipFill rotWithShape="1">
          <a:blip r:embed="rId2">
            <a:alphaModFix/>
          </a:blip>
          <a:srcRect l="13011" t="51564" r="72803"/>
          <a:stretch/>
        </p:blipFill>
        <p:spPr>
          <a:xfrm rot="-5400000">
            <a:off x="931413" y="-924086"/>
            <a:ext cx="1535724" cy="3398550"/>
          </a:xfrm>
          <a:prstGeom prst="rect">
            <a:avLst/>
          </a:prstGeom>
          <a:noFill/>
          <a:ln>
            <a:noFill/>
          </a:ln>
        </p:spPr>
      </p:pic>
      <p:sp>
        <p:nvSpPr>
          <p:cNvPr id="11" name="Google Shape;11;p2"/>
          <p:cNvSpPr/>
          <p:nvPr/>
        </p:nvSpPr>
        <p:spPr>
          <a:xfrm>
            <a:off x="6593925" y="2168775"/>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713225" y="1364775"/>
            <a:ext cx="5698200" cy="2580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00" b="0">
                <a:latin typeface="Phudu SemiBold"/>
                <a:ea typeface="Phudu SemiBold"/>
                <a:cs typeface="Phudu SemiBold"/>
                <a:sym typeface="Phudu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713225" y="4036950"/>
            <a:ext cx="5698200" cy="447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lt1"/>
            </a:gs>
            <a:gs pos="49000">
              <a:schemeClr val="lt1"/>
            </a:gs>
            <a:gs pos="100000">
              <a:schemeClr val="dk2"/>
            </a:gs>
          </a:gsLst>
          <a:lin ang="0" scaled="0"/>
        </a:gra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5978875" y="29956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rot="10800000" flipH="1">
            <a:off x="-2974625" y="-105912"/>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3"/>
          <p:cNvPicPr preferRelativeResize="0"/>
          <p:nvPr/>
        </p:nvPicPr>
        <p:blipFill rotWithShape="1">
          <a:blip r:embed="rId2">
            <a:alphaModFix/>
          </a:blip>
          <a:srcRect r="80355" b="65387"/>
          <a:stretch/>
        </p:blipFill>
        <p:spPr>
          <a:xfrm rot="-185777">
            <a:off x="7129935" y="2879810"/>
            <a:ext cx="2126629" cy="2428653"/>
          </a:xfrm>
          <a:prstGeom prst="rect">
            <a:avLst/>
          </a:prstGeom>
          <a:noFill/>
          <a:ln>
            <a:noFill/>
          </a:ln>
        </p:spPr>
      </p:pic>
      <p:pic>
        <p:nvPicPr>
          <p:cNvPr id="18" name="Google Shape;18;p3"/>
          <p:cNvPicPr preferRelativeResize="0"/>
          <p:nvPr/>
        </p:nvPicPr>
        <p:blipFill rotWithShape="1">
          <a:blip r:embed="rId2">
            <a:alphaModFix/>
          </a:blip>
          <a:srcRect l="50494" t="70046" r="9770"/>
          <a:stretch/>
        </p:blipFill>
        <p:spPr>
          <a:xfrm rot="1880446">
            <a:off x="5650206" y="-708878"/>
            <a:ext cx="4301665" cy="2101729"/>
          </a:xfrm>
          <a:prstGeom prst="rect">
            <a:avLst/>
          </a:prstGeom>
          <a:noFill/>
          <a:ln>
            <a:noFill/>
          </a:ln>
        </p:spPr>
      </p:pic>
      <p:sp>
        <p:nvSpPr>
          <p:cNvPr id="19" name="Google Shape;19;p3"/>
          <p:cNvSpPr/>
          <p:nvPr/>
        </p:nvSpPr>
        <p:spPr>
          <a:xfrm rot="10800000" flipH="1">
            <a:off x="4017413" y="-40233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txBox="1">
            <a:spLocks noGrp="1"/>
          </p:cNvSpPr>
          <p:nvPr>
            <p:ph type="title"/>
          </p:nvPr>
        </p:nvSpPr>
        <p:spPr>
          <a:xfrm>
            <a:off x="4500000" y="2420913"/>
            <a:ext cx="3915600" cy="1626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4500000" y="1095976"/>
            <a:ext cx="2508000" cy="1140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7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 name="Google Shape;22;p3"/>
          <p:cNvSpPr>
            <a:spLocks noGrp="1"/>
          </p:cNvSpPr>
          <p:nvPr>
            <p:ph type="pic" idx="3"/>
          </p:nvPr>
        </p:nvSpPr>
        <p:spPr>
          <a:xfrm>
            <a:off x="713220" y="974850"/>
            <a:ext cx="3189900" cy="3193800"/>
          </a:xfrm>
          <a:prstGeom prst="ellipse">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lt1"/>
            </a:gs>
            <a:gs pos="49000">
              <a:schemeClr val="lt1"/>
            </a:gs>
            <a:gs pos="100000">
              <a:schemeClr val="dk2"/>
            </a:gs>
          </a:gsLst>
          <a:lin ang="0" scaled="0"/>
        </a:gradFill>
        <a:effectLst/>
      </p:bgPr>
    </p:bg>
    <p:spTree>
      <p:nvGrpSpPr>
        <p:cNvPr id="1" name="Shape 31"/>
        <p:cNvGrpSpPr/>
        <p:nvPr/>
      </p:nvGrpSpPr>
      <p:grpSpPr>
        <a:xfrm>
          <a:off x="0" y="0"/>
          <a:ext cx="0" cy="0"/>
          <a:chOff x="0" y="0"/>
          <a:chExt cx="0" cy="0"/>
        </a:xfrm>
      </p:grpSpPr>
      <p:sp>
        <p:nvSpPr>
          <p:cNvPr id="32" name="Google Shape;32;p5"/>
          <p:cNvSpPr/>
          <p:nvPr/>
        </p:nvSpPr>
        <p:spPr>
          <a:xfrm>
            <a:off x="5984325" y="-3126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
          <p:cNvSpPr/>
          <p:nvPr/>
        </p:nvSpPr>
        <p:spPr>
          <a:xfrm>
            <a:off x="-3279800" y="153772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p:nvPr/>
        </p:nvSpPr>
        <p:spPr>
          <a:xfrm>
            <a:off x="7045300" y="153772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txBox="1">
            <a:spLocks noGrp="1"/>
          </p:cNvSpPr>
          <p:nvPr>
            <p:ph type="subTitle" idx="1"/>
          </p:nvPr>
        </p:nvSpPr>
        <p:spPr>
          <a:xfrm>
            <a:off x="5161262" y="2750825"/>
            <a:ext cx="2505600" cy="159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 name="Google Shape;36;p5"/>
          <p:cNvSpPr txBox="1">
            <a:spLocks noGrp="1"/>
          </p:cNvSpPr>
          <p:nvPr>
            <p:ph type="subTitle" idx="2"/>
          </p:nvPr>
        </p:nvSpPr>
        <p:spPr>
          <a:xfrm>
            <a:off x="1477138" y="2750825"/>
            <a:ext cx="2505600" cy="159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 name="Google Shape;37;p5"/>
          <p:cNvSpPr txBox="1">
            <a:spLocks noGrp="1"/>
          </p:cNvSpPr>
          <p:nvPr>
            <p:ph type="subTitle" idx="3"/>
          </p:nvPr>
        </p:nvSpPr>
        <p:spPr>
          <a:xfrm>
            <a:off x="1477138" y="2251976"/>
            <a:ext cx="25056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 name="Google Shape;38;p5"/>
          <p:cNvSpPr txBox="1">
            <a:spLocks noGrp="1"/>
          </p:cNvSpPr>
          <p:nvPr>
            <p:ph type="subTitle" idx="4"/>
          </p:nvPr>
        </p:nvSpPr>
        <p:spPr>
          <a:xfrm>
            <a:off x="5161263" y="2251976"/>
            <a:ext cx="25056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 name="Google Shape;3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dk2"/>
            </a:gs>
            <a:gs pos="49000">
              <a:schemeClr val="lt1"/>
            </a:gs>
            <a:gs pos="100000">
              <a:schemeClr val="lt1"/>
            </a:gs>
          </a:gsLst>
          <a:lin ang="0" scaled="0"/>
        </a:gradFill>
        <a:effectLst/>
      </p:bgPr>
    </p:bg>
    <p:spTree>
      <p:nvGrpSpPr>
        <p:cNvPr id="1" name="Shape 40"/>
        <p:cNvGrpSpPr/>
        <p:nvPr/>
      </p:nvGrpSpPr>
      <p:grpSpPr>
        <a:xfrm>
          <a:off x="0" y="0"/>
          <a:ext cx="0" cy="0"/>
          <a:chOff x="0" y="0"/>
          <a:chExt cx="0" cy="0"/>
        </a:xfrm>
      </p:grpSpPr>
      <p:sp>
        <p:nvSpPr>
          <p:cNvPr id="41" name="Google Shape;41;p6"/>
          <p:cNvSpPr/>
          <p:nvPr/>
        </p:nvSpPr>
        <p:spPr>
          <a:xfrm>
            <a:off x="-2472625" y="39939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a:off x="5814150" y="-35052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3445800" y="-38100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 name="Google Shape;44;p6"/>
          <p:cNvPicPr preferRelativeResize="0"/>
          <p:nvPr/>
        </p:nvPicPr>
        <p:blipFill rotWithShape="1">
          <a:blip r:embed="rId2">
            <a:alphaModFix/>
          </a:blip>
          <a:srcRect l="68413" b="69844"/>
          <a:stretch/>
        </p:blipFill>
        <p:spPr>
          <a:xfrm rot="-4812664">
            <a:off x="6732314" y="2612131"/>
            <a:ext cx="3419570" cy="2115912"/>
          </a:xfrm>
          <a:prstGeom prst="rect">
            <a:avLst/>
          </a:prstGeom>
          <a:noFill/>
          <a:ln>
            <a:noFill/>
          </a:ln>
        </p:spPr>
      </p:pic>
      <p:pic>
        <p:nvPicPr>
          <p:cNvPr id="45" name="Google Shape;45;p6"/>
          <p:cNvPicPr preferRelativeResize="0"/>
          <p:nvPr/>
        </p:nvPicPr>
        <p:blipFill rotWithShape="1">
          <a:blip r:embed="rId2">
            <a:alphaModFix/>
          </a:blip>
          <a:srcRect l="43411" r="29314" b="85378"/>
          <a:stretch/>
        </p:blipFill>
        <p:spPr>
          <a:xfrm>
            <a:off x="-9525" y="4117575"/>
            <a:ext cx="2952752" cy="1025925"/>
          </a:xfrm>
          <a:prstGeom prst="rect">
            <a:avLst/>
          </a:prstGeom>
          <a:noFill/>
          <a:ln>
            <a:noFill/>
          </a:ln>
        </p:spPr>
      </p:pic>
      <p:pic>
        <p:nvPicPr>
          <p:cNvPr id="46" name="Google Shape;46;p6"/>
          <p:cNvPicPr preferRelativeResize="0"/>
          <p:nvPr/>
        </p:nvPicPr>
        <p:blipFill rotWithShape="1">
          <a:blip r:embed="rId2">
            <a:alphaModFix/>
          </a:blip>
          <a:srcRect l="17003" t="58664" r="30516"/>
          <a:stretch/>
        </p:blipFill>
        <p:spPr>
          <a:xfrm rot="3034235">
            <a:off x="5552238" y="-168260"/>
            <a:ext cx="5681502" cy="2900346"/>
          </a:xfrm>
          <a:prstGeom prst="rect">
            <a:avLst/>
          </a:prstGeom>
          <a:noFill/>
          <a:ln>
            <a:noFill/>
          </a:ln>
        </p:spPr>
      </p:pic>
      <p:sp>
        <p:nvSpPr>
          <p:cNvPr id="47" name="Google Shape;4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lt1"/>
            </a:gs>
            <a:gs pos="49000">
              <a:schemeClr val="lt1"/>
            </a:gs>
            <a:gs pos="100000">
              <a:schemeClr val="dk2"/>
            </a:gs>
          </a:gsLst>
          <a:lin ang="0" scaled="0"/>
        </a:gradFill>
        <a:effectLst/>
      </p:bgPr>
    </p:bg>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1824000" y="868050"/>
            <a:ext cx="5496000" cy="3407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58" name="Google Shape;58;p8"/>
          <p:cNvSpPr/>
          <p:nvPr/>
        </p:nvSpPr>
        <p:spPr>
          <a:xfrm flipH="1">
            <a:off x="-3758475" y="-2773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flipH="1">
            <a:off x="6479625" y="-3238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dk2"/>
            </a:gs>
            <a:gs pos="38000">
              <a:schemeClr val="lt1"/>
            </a:gs>
            <a:gs pos="100000">
              <a:schemeClr val="lt1"/>
            </a:gs>
          </a:gsLst>
          <a:lin ang="0" scaled="0"/>
        </a:gradFill>
        <a:effectLst/>
      </p:bgPr>
    </p:bg>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2549400" y="1169250"/>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2" name="Google Shape;62;p9"/>
          <p:cNvSpPr txBox="1">
            <a:spLocks noGrp="1"/>
          </p:cNvSpPr>
          <p:nvPr>
            <p:ph type="subTitle" idx="1"/>
          </p:nvPr>
        </p:nvSpPr>
        <p:spPr>
          <a:xfrm>
            <a:off x="2549400" y="2739150"/>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3" name="Google Shape;63;p9"/>
          <p:cNvSpPr/>
          <p:nvPr/>
        </p:nvSpPr>
        <p:spPr>
          <a:xfrm flipH="1">
            <a:off x="-2218825" y="-3126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flipH="1">
            <a:off x="7045300" y="153772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flipH="1">
            <a:off x="-3279800" y="153772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p:nvPr/>
        </p:nvSpPr>
        <p:spPr>
          <a:xfrm>
            <a:off x="6963888" y="2571738"/>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p:nvPr/>
        </p:nvSpPr>
        <p:spPr>
          <a:xfrm>
            <a:off x="4571975" y="-3623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0"/>
          <p:cNvSpPr/>
          <p:nvPr/>
        </p:nvSpPr>
        <p:spPr>
          <a:xfrm>
            <a:off x="40275" y="3731513"/>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0"/>
          <p:cNvSpPr/>
          <p:nvPr/>
        </p:nvSpPr>
        <p:spPr>
          <a:xfrm>
            <a:off x="-1126212" y="-3295662"/>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0"/>
          <p:cNvSpPr txBox="1">
            <a:spLocks noGrp="1"/>
          </p:cNvSpPr>
          <p:nvPr>
            <p:ph type="title"/>
          </p:nvPr>
        </p:nvSpPr>
        <p:spPr>
          <a:xfrm>
            <a:off x="720000" y="4023675"/>
            <a:ext cx="7704000" cy="572700"/>
          </a:xfrm>
          <a:prstGeom prst="rect">
            <a:avLst/>
          </a:prstGeom>
          <a:solidFill>
            <a:schemeClr val="dk1"/>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2500"/>
              <a:buNone/>
              <a:defRPr sz="2500">
                <a:solidFill>
                  <a:schemeClr val="lt1"/>
                </a:solidFill>
              </a:defRPr>
            </a:lvl1pPr>
            <a:lvl2pPr lvl="1" rtl="0">
              <a:spcBef>
                <a:spcPts val="0"/>
              </a:spcBef>
              <a:spcAft>
                <a:spcPts val="0"/>
              </a:spcAft>
              <a:buClr>
                <a:schemeClr val="lt1"/>
              </a:buClr>
              <a:buSzPts val="2500"/>
              <a:buNone/>
              <a:defRPr sz="2500">
                <a:solidFill>
                  <a:schemeClr val="lt1"/>
                </a:solidFill>
              </a:defRPr>
            </a:lvl2pPr>
            <a:lvl3pPr lvl="2" rtl="0">
              <a:spcBef>
                <a:spcPts val="0"/>
              </a:spcBef>
              <a:spcAft>
                <a:spcPts val="0"/>
              </a:spcAft>
              <a:buClr>
                <a:schemeClr val="lt1"/>
              </a:buClr>
              <a:buSzPts val="2500"/>
              <a:buNone/>
              <a:defRPr sz="2500">
                <a:solidFill>
                  <a:schemeClr val="lt1"/>
                </a:solidFill>
              </a:defRPr>
            </a:lvl3pPr>
            <a:lvl4pPr lvl="3" rtl="0">
              <a:spcBef>
                <a:spcPts val="0"/>
              </a:spcBef>
              <a:spcAft>
                <a:spcPts val="0"/>
              </a:spcAft>
              <a:buClr>
                <a:schemeClr val="lt1"/>
              </a:buClr>
              <a:buSzPts val="2500"/>
              <a:buNone/>
              <a:defRPr sz="2500">
                <a:solidFill>
                  <a:schemeClr val="lt1"/>
                </a:solidFill>
              </a:defRPr>
            </a:lvl4pPr>
            <a:lvl5pPr lvl="4" rtl="0">
              <a:spcBef>
                <a:spcPts val="0"/>
              </a:spcBef>
              <a:spcAft>
                <a:spcPts val="0"/>
              </a:spcAft>
              <a:buClr>
                <a:schemeClr val="lt1"/>
              </a:buClr>
              <a:buSzPts val="2500"/>
              <a:buNone/>
              <a:defRPr sz="2500">
                <a:solidFill>
                  <a:schemeClr val="lt1"/>
                </a:solidFill>
              </a:defRPr>
            </a:lvl5pPr>
            <a:lvl6pPr lvl="5" rtl="0">
              <a:spcBef>
                <a:spcPts val="0"/>
              </a:spcBef>
              <a:spcAft>
                <a:spcPts val="0"/>
              </a:spcAft>
              <a:buClr>
                <a:schemeClr val="lt1"/>
              </a:buClr>
              <a:buSzPts val="2500"/>
              <a:buNone/>
              <a:defRPr sz="2500">
                <a:solidFill>
                  <a:schemeClr val="lt1"/>
                </a:solidFill>
              </a:defRPr>
            </a:lvl6pPr>
            <a:lvl7pPr lvl="6" rtl="0">
              <a:spcBef>
                <a:spcPts val="0"/>
              </a:spcBef>
              <a:spcAft>
                <a:spcPts val="0"/>
              </a:spcAft>
              <a:buClr>
                <a:schemeClr val="lt1"/>
              </a:buClr>
              <a:buSzPts val="2500"/>
              <a:buNone/>
              <a:defRPr sz="2500">
                <a:solidFill>
                  <a:schemeClr val="lt1"/>
                </a:solidFill>
              </a:defRPr>
            </a:lvl7pPr>
            <a:lvl8pPr lvl="7" rtl="0">
              <a:spcBef>
                <a:spcPts val="0"/>
              </a:spcBef>
              <a:spcAft>
                <a:spcPts val="0"/>
              </a:spcAft>
              <a:buClr>
                <a:schemeClr val="lt1"/>
              </a:buClr>
              <a:buSzPts val="2500"/>
              <a:buNone/>
              <a:defRPr sz="2500">
                <a:solidFill>
                  <a:schemeClr val="lt1"/>
                </a:solidFill>
              </a:defRPr>
            </a:lvl8pPr>
            <a:lvl9pPr lvl="8" rtl="0">
              <a:spcBef>
                <a:spcPts val="0"/>
              </a:spcBef>
              <a:spcAft>
                <a:spcPts val="0"/>
              </a:spcAft>
              <a:buClr>
                <a:schemeClr val="lt1"/>
              </a:buClr>
              <a:buSzPts val="2500"/>
              <a:buNone/>
              <a:defRPr sz="2500">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lt1"/>
            </a:gs>
            <a:gs pos="19000">
              <a:schemeClr val="lt1"/>
            </a:gs>
            <a:gs pos="82000">
              <a:schemeClr val="lt1"/>
            </a:gs>
            <a:gs pos="100000">
              <a:srgbClr val="7D0000"/>
            </a:gs>
          </a:gsLst>
          <a:lin ang="0" scaled="0"/>
        </a:gradFill>
        <a:effectLst/>
      </p:bgPr>
    </p:bg>
    <p:spTree>
      <p:nvGrpSpPr>
        <p:cNvPr id="1" name="Shape 72"/>
        <p:cNvGrpSpPr/>
        <p:nvPr/>
      </p:nvGrpSpPr>
      <p:grpSpPr>
        <a:xfrm>
          <a:off x="0" y="0"/>
          <a:ext cx="0" cy="0"/>
          <a:chOff x="0" y="0"/>
          <a:chExt cx="0" cy="0"/>
        </a:xfrm>
      </p:grpSpPr>
      <p:sp>
        <p:nvSpPr>
          <p:cNvPr id="73" name="Google Shape;73;p11"/>
          <p:cNvSpPr/>
          <p:nvPr/>
        </p:nvSpPr>
        <p:spPr>
          <a:xfrm flipH="1">
            <a:off x="-1126212" y="2571738"/>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flipH="1">
            <a:off x="1265700" y="-3623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flipH="1">
            <a:off x="5797400" y="3731513"/>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flipH="1">
            <a:off x="6963888" y="-3295662"/>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1"/>
          <p:cNvSpPr txBox="1">
            <a:spLocks noGrp="1"/>
          </p:cNvSpPr>
          <p:nvPr>
            <p:ph type="title" hasCustomPrompt="1"/>
          </p:nvPr>
        </p:nvSpPr>
        <p:spPr>
          <a:xfrm>
            <a:off x="1496400" y="1971150"/>
            <a:ext cx="6151200" cy="1085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6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8" name="Google Shape;78;p11"/>
          <p:cNvSpPr txBox="1">
            <a:spLocks noGrp="1"/>
          </p:cNvSpPr>
          <p:nvPr>
            <p:ph type="subTitle" idx="1"/>
          </p:nvPr>
        </p:nvSpPr>
        <p:spPr>
          <a:xfrm>
            <a:off x="1496400" y="2980050"/>
            <a:ext cx="61512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79" name="Google Shape;79;p11"/>
          <p:cNvPicPr preferRelativeResize="0"/>
          <p:nvPr/>
        </p:nvPicPr>
        <p:blipFill rotWithShape="1">
          <a:blip r:embed="rId2">
            <a:alphaModFix/>
          </a:blip>
          <a:srcRect l="6049" r="35216" b="47373"/>
          <a:stretch/>
        </p:blipFill>
        <p:spPr>
          <a:xfrm rot="4047652">
            <a:off x="-2166443" y="1105582"/>
            <a:ext cx="6357958" cy="3692686"/>
          </a:xfrm>
          <a:prstGeom prst="rect">
            <a:avLst/>
          </a:prstGeom>
          <a:noFill/>
          <a:ln>
            <a:noFill/>
          </a:ln>
        </p:spPr>
      </p:pic>
      <p:pic>
        <p:nvPicPr>
          <p:cNvPr id="80" name="Google Shape;80;p11"/>
          <p:cNvPicPr preferRelativeResize="0"/>
          <p:nvPr/>
        </p:nvPicPr>
        <p:blipFill rotWithShape="1">
          <a:blip r:embed="rId2">
            <a:alphaModFix/>
          </a:blip>
          <a:srcRect t="61239" r="46811" b="-31"/>
          <a:stretch/>
        </p:blipFill>
        <p:spPr>
          <a:xfrm rot="6903085">
            <a:off x="5745071" y="1823477"/>
            <a:ext cx="5757984" cy="2721921"/>
          </a:xfrm>
          <a:prstGeom prst="rect">
            <a:avLst/>
          </a:prstGeom>
          <a:noFill/>
          <a:ln>
            <a:noFill/>
          </a:ln>
        </p:spPr>
      </p:pic>
      <p:pic>
        <p:nvPicPr>
          <p:cNvPr id="81" name="Google Shape;81;p11"/>
          <p:cNvPicPr preferRelativeResize="0"/>
          <p:nvPr/>
        </p:nvPicPr>
        <p:blipFill rotWithShape="1">
          <a:blip r:embed="rId2">
            <a:alphaModFix/>
          </a:blip>
          <a:srcRect l="67184" r="-118" b="34908"/>
          <a:stretch/>
        </p:blipFill>
        <p:spPr>
          <a:xfrm rot="7667576">
            <a:off x="3039895" y="-2264086"/>
            <a:ext cx="3565258" cy="456724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_1">
    <p:bg>
      <p:bgPr>
        <a:gradFill>
          <a:gsLst>
            <a:gs pos="0">
              <a:schemeClr val="lt1"/>
            </a:gs>
            <a:gs pos="49000">
              <a:schemeClr val="lt1"/>
            </a:gs>
            <a:gs pos="100000">
              <a:schemeClr val="dk2"/>
            </a:gs>
          </a:gsLst>
          <a:lin ang="0" scaled="0"/>
        </a:gradFill>
        <a:effectLst/>
      </p:bgPr>
    </p:bg>
    <p:spTree>
      <p:nvGrpSpPr>
        <p:cNvPr id="1" name="Shape 83"/>
        <p:cNvGrpSpPr/>
        <p:nvPr/>
      </p:nvGrpSpPr>
      <p:grpSpPr>
        <a:xfrm>
          <a:off x="0" y="0"/>
          <a:ext cx="0" cy="0"/>
          <a:chOff x="0" y="0"/>
          <a:chExt cx="0" cy="0"/>
        </a:xfrm>
      </p:grpSpPr>
      <p:sp>
        <p:nvSpPr>
          <p:cNvPr id="84" name="Google Shape;84;p13"/>
          <p:cNvSpPr/>
          <p:nvPr/>
        </p:nvSpPr>
        <p:spPr>
          <a:xfrm>
            <a:off x="7394025" y="460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5566500" y="-38100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1940475" y="39568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4242600" y="5395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 name="Google Shape;88;p13"/>
          <p:cNvPicPr preferRelativeResize="0"/>
          <p:nvPr/>
        </p:nvPicPr>
        <p:blipFill rotWithShape="1">
          <a:blip r:embed="rId2">
            <a:alphaModFix/>
          </a:blip>
          <a:srcRect t="48464" r="64915"/>
          <a:stretch/>
        </p:blipFill>
        <p:spPr>
          <a:xfrm rot="4812671" flipH="1">
            <a:off x="5712700" y="-285994"/>
            <a:ext cx="3798181" cy="3616014"/>
          </a:xfrm>
          <a:prstGeom prst="rect">
            <a:avLst/>
          </a:prstGeom>
          <a:noFill/>
          <a:ln>
            <a:noFill/>
          </a:ln>
        </p:spPr>
      </p:pic>
      <p:pic>
        <p:nvPicPr>
          <p:cNvPr id="89" name="Google Shape;89;p13"/>
          <p:cNvPicPr preferRelativeResize="0"/>
          <p:nvPr/>
        </p:nvPicPr>
        <p:blipFill rotWithShape="1">
          <a:blip r:embed="rId2">
            <a:alphaModFix/>
          </a:blip>
          <a:srcRect l="7956" r="47986" b="69738"/>
          <a:stretch/>
        </p:blipFill>
        <p:spPr>
          <a:xfrm rot="1811502" flipH="1">
            <a:off x="-847427" y="3805085"/>
            <a:ext cx="4769405" cy="2123379"/>
          </a:xfrm>
          <a:prstGeom prst="rect">
            <a:avLst/>
          </a:prstGeom>
          <a:noFill/>
          <a:ln>
            <a:noFill/>
          </a:ln>
        </p:spPr>
      </p:pic>
      <p:sp>
        <p:nvSpPr>
          <p:cNvPr id="90" name="Google Shape;9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1" name="Google Shape;91;p13"/>
          <p:cNvSpPr txBox="1">
            <a:spLocks noGrp="1"/>
          </p:cNvSpPr>
          <p:nvPr>
            <p:ph type="title" idx="2" hasCustomPrompt="1"/>
          </p:nvPr>
        </p:nvSpPr>
        <p:spPr>
          <a:xfrm>
            <a:off x="720000" y="1499925"/>
            <a:ext cx="2199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3" hasCustomPrompt="1"/>
          </p:nvPr>
        </p:nvSpPr>
        <p:spPr>
          <a:xfrm>
            <a:off x="720000" y="3085746"/>
            <a:ext cx="2199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4" hasCustomPrompt="1"/>
          </p:nvPr>
        </p:nvSpPr>
        <p:spPr>
          <a:xfrm>
            <a:off x="3470100" y="1499925"/>
            <a:ext cx="2203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title" idx="5" hasCustomPrompt="1"/>
          </p:nvPr>
        </p:nvSpPr>
        <p:spPr>
          <a:xfrm>
            <a:off x="3470100" y="3085749"/>
            <a:ext cx="2203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a:spLocks noGrp="1"/>
          </p:cNvSpPr>
          <p:nvPr>
            <p:ph type="title" idx="6" hasCustomPrompt="1"/>
          </p:nvPr>
        </p:nvSpPr>
        <p:spPr>
          <a:xfrm>
            <a:off x="6224400" y="1499925"/>
            <a:ext cx="2199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a:spLocks noGrp="1"/>
          </p:cNvSpPr>
          <p:nvPr>
            <p:ph type="title" idx="7" hasCustomPrompt="1"/>
          </p:nvPr>
        </p:nvSpPr>
        <p:spPr>
          <a:xfrm>
            <a:off x="6224400" y="3085746"/>
            <a:ext cx="2199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a:spLocks noGrp="1"/>
          </p:cNvSpPr>
          <p:nvPr>
            <p:ph type="subTitle" idx="1"/>
          </p:nvPr>
        </p:nvSpPr>
        <p:spPr>
          <a:xfrm>
            <a:off x="720000" y="1911400"/>
            <a:ext cx="22038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8" name="Google Shape;98;p13"/>
          <p:cNvSpPr txBox="1">
            <a:spLocks noGrp="1"/>
          </p:cNvSpPr>
          <p:nvPr>
            <p:ph type="subTitle" idx="8"/>
          </p:nvPr>
        </p:nvSpPr>
        <p:spPr>
          <a:xfrm>
            <a:off x="3470100" y="1911400"/>
            <a:ext cx="21996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 name="Google Shape;99;p13"/>
          <p:cNvSpPr txBox="1">
            <a:spLocks noGrp="1"/>
          </p:cNvSpPr>
          <p:nvPr>
            <p:ph type="subTitle" idx="9"/>
          </p:nvPr>
        </p:nvSpPr>
        <p:spPr>
          <a:xfrm>
            <a:off x="6220200" y="1911400"/>
            <a:ext cx="22038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0" name="Google Shape;100;p13"/>
          <p:cNvSpPr txBox="1">
            <a:spLocks noGrp="1"/>
          </p:cNvSpPr>
          <p:nvPr>
            <p:ph type="subTitle" idx="13"/>
          </p:nvPr>
        </p:nvSpPr>
        <p:spPr>
          <a:xfrm>
            <a:off x="720000" y="3497275"/>
            <a:ext cx="22038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1" name="Google Shape;101;p13"/>
          <p:cNvSpPr txBox="1">
            <a:spLocks noGrp="1"/>
          </p:cNvSpPr>
          <p:nvPr>
            <p:ph type="subTitle" idx="14"/>
          </p:nvPr>
        </p:nvSpPr>
        <p:spPr>
          <a:xfrm>
            <a:off x="3470100" y="3497275"/>
            <a:ext cx="21996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2" name="Google Shape;102;p13"/>
          <p:cNvSpPr txBox="1">
            <a:spLocks noGrp="1"/>
          </p:cNvSpPr>
          <p:nvPr>
            <p:ph type="subTitle" idx="15"/>
          </p:nvPr>
        </p:nvSpPr>
        <p:spPr>
          <a:xfrm>
            <a:off x="6220200" y="3497275"/>
            <a:ext cx="22038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i="1">
                <a:solidFill>
                  <a:schemeClr val="dk1"/>
                </a:solidFill>
                <a:latin typeface="Phudu Medium"/>
                <a:ea typeface="Phudu Medium"/>
                <a:cs typeface="Phudu Medium"/>
                <a:sym typeface="Phudu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4">
    <p:bg>
      <p:bgPr>
        <a:gradFill>
          <a:gsLst>
            <a:gs pos="0">
              <a:schemeClr val="dk2"/>
            </a:gs>
            <a:gs pos="41000">
              <a:schemeClr val="lt1"/>
            </a:gs>
            <a:gs pos="100000">
              <a:schemeClr val="lt1"/>
            </a:gs>
          </a:gsLst>
          <a:lin ang="0" scaled="0"/>
        </a:gradFill>
        <a:effectLst/>
      </p:bgPr>
    </p:bg>
    <p:spTree>
      <p:nvGrpSpPr>
        <p:cNvPr id="1" name="Shape 103"/>
        <p:cNvGrpSpPr/>
        <p:nvPr/>
      </p:nvGrpSpPr>
      <p:grpSpPr>
        <a:xfrm>
          <a:off x="0" y="0"/>
          <a:ext cx="0" cy="0"/>
          <a:chOff x="0" y="0"/>
          <a:chExt cx="0" cy="0"/>
        </a:xfrm>
      </p:grpSpPr>
      <p:sp>
        <p:nvSpPr>
          <p:cNvPr id="104" name="Google Shape;104;p14"/>
          <p:cNvSpPr/>
          <p:nvPr/>
        </p:nvSpPr>
        <p:spPr>
          <a:xfrm rot="10800000">
            <a:off x="2717388" y="-38520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4"/>
          <p:cNvPicPr preferRelativeResize="0"/>
          <p:nvPr/>
        </p:nvPicPr>
        <p:blipFill rotWithShape="1">
          <a:blip r:embed="rId2">
            <a:alphaModFix/>
          </a:blip>
          <a:srcRect l="75340"/>
          <a:stretch/>
        </p:blipFill>
        <p:spPr>
          <a:xfrm rot="6536836">
            <a:off x="3310968" y="-3429591"/>
            <a:ext cx="2669732" cy="7016597"/>
          </a:xfrm>
          <a:prstGeom prst="rect">
            <a:avLst/>
          </a:prstGeom>
          <a:noFill/>
          <a:ln>
            <a:noFill/>
          </a:ln>
        </p:spPr>
      </p:pic>
      <p:sp>
        <p:nvSpPr>
          <p:cNvPr id="106" name="Google Shape;106;p14"/>
          <p:cNvSpPr/>
          <p:nvPr/>
        </p:nvSpPr>
        <p:spPr>
          <a:xfrm rot="10800000">
            <a:off x="4386800" y="2778188"/>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4"/>
          <p:cNvSpPr txBox="1">
            <a:spLocks noGrp="1"/>
          </p:cNvSpPr>
          <p:nvPr>
            <p:ph type="title" hasCustomPrompt="1"/>
          </p:nvPr>
        </p:nvSpPr>
        <p:spPr>
          <a:xfrm>
            <a:off x="713226" y="2037292"/>
            <a:ext cx="38589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48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8" name="Google Shape;108;p14"/>
          <p:cNvSpPr txBox="1">
            <a:spLocks noGrp="1"/>
          </p:cNvSpPr>
          <p:nvPr>
            <p:ph type="subTitle" idx="1"/>
          </p:nvPr>
        </p:nvSpPr>
        <p:spPr>
          <a:xfrm>
            <a:off x="713226" y="2702108"/>
            <a:ext cx="3858900" cy="40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PT Sans"/>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Font typeface="PT Sans"/>
              <a:buNone/>
              <a:defRPr sz="1200">
                <a:latin typeface="PT Sans"/>
                <a:ea typeface="PT Sans"/>
                <a:cs typeface="PT Sans"/>
                <a:sym typeface="PT Sans"/>
              </a:defRPr>
            </a:lvl4pPr>
            <a:lvl5pPr lvl="4" algn="ctr" rtl="0">
              <a:lnSpc>
                <a:spcPct val="100000"/>
              </a:lnSpc>
              <a:spcBef>
                <a:spcPts val="0"/>
              </a:spcBef>
              <a:spcAft>
                <a:spcPts val="0"/>
              </a:spcAft>
              <a:buSzPts val="1200"/>
              <a:buFont typeface="PT Sans"/>
              <a:buNone/>
              <a:defRPr sz="1200">
                <a:latin typeface="PT Sans"/>
                <a:ea typeface="PT Sans"/>
                <a:cs typeface="PT Sans"/>
                <a:sym typeface="PT Sans"/>
              </a:defRPr>
            </a:lvl5pPr>
            <a:lvl6pPr lvl="5" algn="ctr" rtl="0">
              <a:lnSpc>
                <a:spcPct val="100000"/>
              </a:lnSpc>
              <a:spcBef>
                <a:spcPts val="0"/>
              </a:spcBef>
              <a:spcAft>
                <a:spcPts val="0"/>
              </a:spcAft>
              <a:buSzPts val="1200"/>
              <a:buFont typeface="PT Sans"/>
              <a:buNone/>
              <a:defRPr sz="1200">
                <a:latin typeface="PT Sans"/>
                <a:ea typeface="PT Sans"/>
                <a:cs typeface="PT Sans"/>
                <a:sym typeface="PT Sans"/>
              </a:defRPr>
            </a:lvl6pPr>
            <a:lvl7pPr lvl="6" algn="ctr" rtl="0">
              <a:lnSpc>
                <a:spcPct val="100000"/>
              </a:lnSpc>
              <a:spcBef>
                <a:spcPts val="0"/>
              </a:spcBef>
              <a:spcAft>
                <a:spcPts val="0"/>
              </a:spcAft>
              <a:buSzPts val="1200"/>
              <a:buFont typeface="PT Sans"/>
              <a:buNone/>
              <a:defRPr sz="1200">
                <a:latin typeface="PT Sans"/>
                <a:ea typeface="PT Sans"/>
                <a:cs typeface="PT Sans"/>
                <a:sym typeface="PT Sans"/>
              </a:defRPr>
            </a:lvl7pPr>
            <a:lvl8pPr lvl="7" algn="ctr" rtl="0">
              <a:lnSpc>
                <a:spcPct val="100000"/>
              </a:lnSpc>
              <a:spcBef>
                <a:spcPts val="0"/>
              </a:spcBef>
              <a:spcAft>
                <a:spcPts val="0"/>
              </a:spcAft>
              <a:buSzPts val="1200"/>
              <a:buFont typeface="PT Sans"/>
              <a:buNone/>
              <a:defRPr sz="1200">
                <a:latin typeface="PT Sans"/>
                <a:ea typeface="PT Sans"/>
                <a:cs typeface="PT Sans"/>
                <a:sym typeface="PT Sans"/>
              </a:defRPr>
            </a:lvl8pPr>
            <a:lvl9pPr lvl="8" algn="ctr" rtl="0">
              <a:lnSpc>
                <a:spcPct val="100000"/>
              </a:lnSpc>
              <a:spcBef>
                <a:spcPts val="0"/>
              </a:spcBef>
              <a:spcAft>
                <a:spcPts val="0"/>
              </a:spcAft>
              <a:buSzPts val="1200"/>
              <a:buFont typeface="PT Sans"/>
              <a:buNone/>
              <a:defRPr sz="1200">
                <a:latin typeface="PT Sans"/>
                <a:ea typeface="PT Sans"/>
                <a:cs typeface="PT Sans"/>
                <a:sym typeface="PT Sans"/>
              </a:defRPr>
            </a:lvl9pPr>
          </a:lstStyle>
          <a:p>
            <a:endParaRPr/>
          </a:p>
        </p:txBody>
      </p:sp>
      <p:sp>
        <p:nvSpPr>
          <p:cNvPr id="109" name="Google Shape;109;p14"/>
          <p:cNvSpPr txBox="1">
            <a:spLocks noGrp="1"/>
          </p:cNvSpPr>
          <p:nvPr>
            <p:ph type="title" idx="2" hasCustomPrompt="1"/>
          </p:nvPr>
        </p:nvSpPr>
        <p:spPr>
          <a:xfrm>
            <a:off x="713226" y="722233"/>
            <a:ext cx="38589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48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0" name="Google Shape;110;p14"/>
          <p:cNvSpPr txBox="1">
            <a:spLocks noGrp="1"/>
          </p:cNvSpPr>
          <p:nvPr>
            <p:ph type="subTitle" idx="3"/>
          </p:nvPr>
        </p:nvSpPr>
        <p:spPr>
          <a:xfrm>
            <a:off x="713226" y="1387048"/>
            <a:ext cx="3858900" cy="40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PT Sans"/>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Font typeface="PT Sans"/>
              <a:buNone/>
              <a:defRPr sz="1200">
                <a:latin typeface="PT Sans"/>
                <a:ea typeface="PT Sans"/>
                <a:cs typeface="PT Sans"/>
                <a:sym typeface="PT Sans"/>
              </a:defRPr>
            </a:lvl4pPr>
            <a:lvl5pPr lvl="4" algn="ctr" rtl="0">
              <a:lnSpc>
                <a:spcPct val="100000"/>
              </a:lnSpc>
              <a:spcBef>
                <a:spcPts val="0"/>
              </a:spcBef>
              <a:spcAft>
                <a:spcPts val="0"/>
              </a:spcAft>
              <a:buSzPts val="1200"/>
              <a:buFont typeface="PT Sans"/>
              <a:buNone/>
              <a:defRPr sz="1200">
                <a:latin typeface="PT Sans"/>
                <a:ea typeface="PT Sans"/>
                <a:cs typeface="PT Sans"/>
                <a:sym typeface="PT Sans"/>
              </a:defRPr>
            </a:lvl5pPr>
            <a:lvl6pPr lvl="5" algn="ctr" rtl="0">
              <a:lnSpc>
                <a:spcPct val="100000"/>
              </a:lnSpc>
              <a:spcBef>
                <a:spcPts val="0"/>
              </a:spcBef>
              <a:spcAft>
                <a:spcPts val="0"/>
              </a:spcAft>
              <a:buSzPts val="1200"/>
              <a:buFont typeface="PT Sans"/>
              <a:buNone/>
              <a:defRPr sz="1200">
                <a:latin typeface="PT Sans"/>
                <a:ea typeface="PT Sans"/>
                <a:cs typeface="PT Sans"/>
                <a:sym typeface="PT Sans"/>
              </a:defRPr>
            </a:lvl6pPr>
            <a:lvl7pPr lvl="6" algn="ctr" rtl="0">
              <a:lnSpc>
                <a:spcPct val="100000"/>
              </a:lnSpc>
              <a:spcBef>
                <a:spcPts val="0"/>
              </a:spcBef>
              <a:spcAft>
                <a:spcPts val="0"/>
              </a:spcAft>
              <a:buSzPts val="1200"/>
              <a:buFont typeface="PT Sans"/>
              <a:buNone/>
              <a:defRPr sz="1200">
                <a:latin typeface="PT Sans"/>
                <a:ea typeface="PT Sans"/>
                <a:cs typeface="PT Sans"/>
                <a:sym typeface="PT Sans"/>
              </a:defRPr>
            </a:lvl7pPr>
            <a:lvl8pPr lvl="7" algn="ctr" rtl="0">
              <a:lnSpc>
                <a:spcPct val="100000"/>
              </a:lnSpc>
              <a:spcBef>
                <a:spcPts val="0"/>
              </a:spcBef>
              <a:spcAft>
                <a:spcPts val="0"/>
              </a:spcAft>
              <a:buSzPts val="1200"/>
              <a:buFont typeface="PT Sans"/>
              <a:buNone/>
              <a:defRPr sz="1200">
                <a:latin typeface="PT Sans"/>
                <a:ea typeface="PT Sans"/>
                <a:cs typeface="PT Sans"/>
                <a:sym typeface="PT Sans"/>
              </a:defRPr>
            </a:lvl8pPr>
            <a:lvl9pPr lvl="8" algn="ctr" rtl="0">
              <a:lnSpc>
                <a:spcPct val="100000"/>
              </a:lnSpc>
              <a:spcBef>
                <a:spcPts val="0"/>
              </a:spcBef>
              <a:spcAft>
                <a:spcPts val="0"/>
              </a:spcAft>
              <a:buSzPts val="1200"/>
              <a:buFont typeface="PT Sans"/>
              <a:buNone/>
              <a:defRPr sz="1200">
                <a:latin typeface="PT Sans"/>
                <a:ea typeface="PT Sans"/>
                <a:cs typeface="PT Sans"/>
                <a:sym typeface="PT Sans"/>
              </a:defRPr>
            </a:lvl9pPr>
          </a:lstStyle>
          <a:p>
            <a:endParaRPr/>
          </a:p>
        </p:txBody>
      </p:sp>
      <p:sp>
        <p:nvSpPr>
          <p:cNvPr id="111" name="Google Shape;111;p14"/>
          <p:cNvSpPr txBox="1">
            <a:spLocks noGrp="1"/>
          </p:cNvSpPr>
          <p:nvPr>
            <p:ph type="title" idx="4" hasCustomPrompt="1"/>
          </p:nvPr>
        </p:nvSpPr>
        <p:spPr>
          <a:xfrm>
            <a:off x="713226" y="3352352"/>
            <a:ext cx="38589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48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2" name="Google Shape;112;p14"/>
          <p:cNvSpPr txBox="1">
            <a:spLocks noGrp="1"/>
          </p:cNvSpPr>
          <p:nvPr>
            <p:ph type="subTitle" idx="5"/>
          </p:nvPr>
        </p:nvSpPr>
        <p:spPr>
          <a:xfrm>
            <a:off x="713226" y="4017167"/>
            <a:ext cx="3858900" cy="40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PT Sans"/>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Font typeface="PT Sans"/>
              <a:buNone/>
              <a:defRPr sz="1200">
                <a:latin typeface="PT Sans"/>
                <a:ea typeface="PT Sans"/>
                <a:cs typeface="PT Sans"/>
                <a:sym typeface="PT Sans"/>
              </a:defRPr>
            </a:lvl4pPr>
            <a:lvl5pPr lvl="4" algn="ctr" rtl="0">
              <a:lnSpc>
                <a:spcPct val="100000"/>
              </a:lnSpc>
              <a:spcBef>
                <a:spcPts val="0"/>
              </a:spcBef>
              <a:spcAft>
                <a:spcPts val="0"/>
              </a:spcAft>
              <a:buSzPts val="1200"/>
              <a:buFont typeface="PT Sans"/>
              <a:buNone/>
              <a:defRPr sz="1200">
                <a:latin typeface="PT Sans"/>
                <a:ea typeface="PT Sans"/>
                <a:cs typeface="PT Sans"/>
                <a:sym typeface="PT Sans"/>
              </a:defRPr>
            </a:lvl5pPr>
            <a:lvl6pPr lvl="5" algn="ctr" rtl="0">
              <a:lnSpc>
                <a:spcPct val="100000"/>
              </a:lnSpc>
              <a:spcBef>
                <a:spcPts val="0"/>
              </a:spcBef>
              <a:spcAft>
                <a:spcPts val="0"/>
              </a:spcAft>
              <a:buSzPts val="1200"/>
              <a:buFont typeface="PT Sans"/>
              <a:buNone/>
              <a:defRPr sz="1200">
                <a:latin typeface="PT Sans"/>
                <a:ea typeface="PT Sans"/>
                <a:cs typeface="PT Sans"/>
                <a:sym typeface="PT Sans"/>
              </a:defRPr>
            </a:lvl6pPr>
            <a:lvl7pPr lvl="6" algn="ctr" rtl="0">
              <a:lnSpc>
                <a:spcPct val="100000"/>
              </a:lnSpc>
              <a:spcBef>
                <a:spcPts val="0"/>
              </a:spcBef>
              <a:spcAft>
                <a:spcPts val="0"/>
              </a:spcAft>
              <a:buSzPts val="1200"/>
              <a:buFont typeface="PT Sans"/>
              <a:buNone/>
              <a:defRPr sz="1200">
                <a:latin typeface="PT Sans"/>
                <a:ea typeface="PT Sans"/>
                <a:cs typeface="PT Sans"/>
                <a:sym typeface="PT Sans"/>
              </a:defRPr>
            </a:lvl7pPr>
            <a:lvl8pPr lvl="7" algn="ctr" rtl="0">
              <a:lnSpc>
                <a:spcPct val="100000"/>
              </a:lnSpc>
              <a:spcBef>
                <a:spcPts val="0"/>
              </a:spcBef>
              <a:spcAft>
                <a:spcPts val="0"/>
              </a:spcAft>
              <a:buSzPts val="1200"/>
              <a:buFont typeface="PT Sans"/>
              <a:buNone/>
              <a:defRPr sz="1200">
                <a:latin typeface="PT Sans"/>
                <a:ea typeface="PT Sans"/>
                <a:cs typeface="PT Sans"/>
                <a:sym typeface="PT Sans"/>
              </a:defRPr>
            </a:lvl8pPr>
            <a:lvl9pPr lvl="8" algn="ctr" rtl="0">
              <a:lnSpc>
                <a:spcPct val="100000"/>
              </a:lnSpc>
              <a:spcBef>
                <a:spcPts val="0"/>
              </a:spcBef>
              <a:spcAft>
                <a:spcPts val="0"/>
              </a:spcAft>
              <a:buSzPts val="1200"/>
              <a:buFont typeface="PT Sans"/>
              <a:buNone/>
              <a:defRPr sz="1200">
                <a:latin typeface="PT Sans"/>
                <a:ea typeface="PT Sans"/>
                <a:cs typeface="PT Sans"/>
                <a:sym typeface="PT Sans"/>
              </a:defRPr>
            </a:lvl9pPr>
          </a:lstStyle>
          <a:p>
            <a:endParaRPr/>
          </a:p>
        </p:txBody>
      </p:sp>
      <p:sp>
        <p:nvSpPr>
          <p:cNvPr id="113" name="Google Shape;113;p14"/>
          <p:cNvSpPr>
            <a:spLocks noGrp="1"/>
          </p:cNvSpPr>
          <p:nvPr>
            <p:ph type="pic" idx="6"/>
          </p:nvPr>
        </p:nvSpPr>
        <p:spPr>
          <a:xfrm>
            <a:off x="5207570" y="974850"/>
            <a:ext cx="3189900" cy="3193800"/>
          </a:xfrm>
          <a:prstGeom prst="ellipse">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6">
    <p:bg>
      <p:bgPr>
        <a:gradFill>
          <a:gsLst>
            <a:gs pos="0">
              <a:schemeClr val="lt1"/>
            </a:gs>
            <a:gs pos="49000">
              <a:schemeClr val="lt1"/>
            </a:gs>
            <a:gs pos="100000">
              <a:schemeClr val="dk2"/>
            </a:gs>
          </a:gsLst>
          <a:lin ang="0" scaled="0"/>
        </a:gradFill>
        <a:effectLst/>
      </p:bgPr>
    </p:bg>
    <p:spTree>
      <p:nvGrpSpPr>
        <p:cNvPr id="1" name="Shape 114"/>
        <p:cNvGrpSpPr/>
        <p:nvPr/>
      </p:nvGrpSpPr>
      <p:grpSpPr>
        <a:xfrm>
          <a:off x="0" y="0"/>
          <a:ext cx="0" cy="0"/>
          <a:chOff x="0" y="0"/>
          <a:chExt cx="0" cy="0"/>
        </a:xfrm>
      </p:grpSpPr>
      <p:pic>
        <p:nvPicPr>
          <p:cNvPr id="115" name="Google Shape;115;p15"/>
          <p:cNvPicPr preferRelativeResize="0"/>
          <p:nvPr/>
        </p:nvPicPr>
        <p:blipFill rotWithShape="1">
          <a:blip r:embed="rId2">
            <a:alphaModFix/>
          </a:blip>
          <a:srcRect l="20533" t="89347" r="55535"/>
          <a:stretch/>
        </p:blipFill>
        <p:spPr>
          <a:xfrm rot="5400000">
            <a:off x="7493926" y="902626"/>
            <a:ext cx="2590800" cy="747449"/>
          </a:xfrm>
          <a:prstGeom prst="rect">
            <a:avLst/>
          </a:prstGeom>
          <a:noFill/>
          <a:ln>
            <a:noFill/>
          </a:ln>
        </p:spPr>
      </p:pic>
      <p:pic>
        <p:nvPicPr>
          <p:cNvPr id="116" name="Google Shape;116;p15"/>
          <p:cNvPicPr preferRelativeResize="0"/>
          <p:nvPr/>
        </p:nvPicPr>
        <p:blipFill rotWithShape="1">
          <a:blip r:embed="rId2">
            <a:alphaModFix/>
          </a:blip>
          <a:srcRect l="17003" t="77744" r="30516"/>
          <a:stretch/>
        </p:blipFill>
        <p:spPr>
          <a:xfrm rot="-2" flipH="1">
            <a:off x="2816425" y="2"/>
            <a:ext cx="5681500" cy="1561572"/>
          </a:xfrm>
          <a:prstGeom prst="rect">
            <a:avLst/>
          </a:prstGeom>
          <a:noFill/>
          <a:ln>
            <a:noFill/>
          </a:ln>
        </p:spPr>
      </p:pic>
      <p:sp>
        <p:nvSpPr>
          <p:cNvPr id="117" name="Google Shape;117;p15"/>
          <p:cNvSpPr/>
          <p:nvPr/>
        </p:nvSpPr>
        <p:spPr>
          <a:xfrm rot="10800000" flipH="1">
            <a:off x="-4053775" y="-29438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rot="10800000" flipH="1">
            <a:off x="5959000" y="33843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rot="10800000" flipH="1">
            <a:off x="3590650" y="36891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15"/>
          <p:cNvPicPr preferRelativeResize="0"/>
          <p:nvPr/>
        </p:nvPicPr>
        <p:blipFill rotWithShape="1">
          <a:blip r:embed="rId2">
            <a:alphaModFix/>
          </a:blip>
          <a:srcRect l="75201" b="75042"/>
          <a:stretch/>
        </p:blipFill>
        <p:spPr>
          <a:xfrm rot="5400000">
            <a:off x="-485800" y="447702"/>
            <a:ext cx="2684676" cy="1751174"/>
          </a:xfrm>
          <a:prstGeom prst="rect">
            <a:avLst/>
          </a:prstGeom>
          <a:noFill/>
          <a:ln>
            <a:noFill/>
          </a:ln>
        </p:spPr>
      </p:pic>
      <p:pic>
        <p:nvPicPr>
          <p:cNvPr id="121" name="Google Shape;121;p15"/>
          <p:cNvPicPr preferRelativeResize="0"/>
          <p:nvPr/>
        </p:nvPicPr>
        <p:blipFill rotWithShape="1">
          <a:blip r:embed="rId2">
            <a:alphaModFix/>
          </a:blip>
          <a:srcRect l="48606" r="3177" b="67507"/>
          <a:stretch/>
        </p:blipFill>
        <p:spPr>
          <a:xfrm rot="-1744446">
            <a:off x="4801258" y="3728818"/>
            <a:ext cx="5219833" cy="2279913"/>
          </a:xfrm>
          <a:prstGeom prst="rect">
            <a:avLst/>
          </a:prstGeom>
          <a:noFill/>
          <a:ln>
            <a:noFill/>
          </a:ln>
        </p:spPr>
      </p:pic>
      <p:sp>
        <p:nvSpPr>
          <p:cNvPr id="122" name="Google Shape;122;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5">
    <p:bg>
      <p:bgPr>
        <a:gradFill>
          <a:gsLst>
            <a:gs pos="0">
              <a:schemeClr val="dk2"/>
            </a:gs>
            <a:gs pos="38000">
              <a:schemeClr val="lt1"/>
            </a:gs>
            <a:gs pos="100000">
              <a:schemeClr val="lt1"/>
            </a:gs>
          </a:gsLst>
          <a:lin ang="0" scaled="0"/>
        </a:gradFill>
        <a:effectLst/>
      </p:bgPr>
    </p:bg>
    <p:spTree>
      <p:nvGrpSpPr>
        <p:cNvPr id="1" name="Shape 123"/>
        <p:cNvGrpSpPr/>
        <p:nvPr/>
      </p:nvGrpSpPr>
      <p:grpSpPr>
        <a:xfrm>
          <a:off x="0" y="0"/>
          <a:ext cx="0" cy="0"/>
          <a:chOff x="0" y="0"/>
          <a:chExt cx="0" cy="0"/>
        </a:xfrm>
      </p:grpSpPr>
      <p:sp>
        <p:nvSpPr>
          <p:cNvPr id="124" name="Google Shape;124;p16"/>
          <p:cNvSpPr/>
          <p:nvPr/>
        </p:nvSpPr>
        <p:spPr>
          <a:xfrm>
            <a:off x="40275" y="3731513"/>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6"/>
          <p:cNvSpPr/>
          <p:nvPr/>
        </p:nvSpPr>
        <p:spPr>
          <a:xfrm>
            <a:off x="-1126212" y="-3295662"/>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6" name="Google Shape;126;p16"/>
          <p:cNvPicPr preferRelativeResize="0"/>
          <p:nvPr/>
        </p:nvPicPr>
        <p:blipFill rotWithShape="1">
          <a:blip r:embed="rId2">
            <a:alphaModFix/>
          </a:blip>
          <a:srcRect l="22964" t="45206" r="23153" b="-5812"/>
          <a:stretch/>
        </p:blipFill>
        <p:spPr>
          <a:xfrm rot="-5400003">
            <a:off x="-695838" y="695840"/>
            <a:ext cx="5135224" cy="3743547"/>
          </a:xfrm>
          <a:prstGeom prst="rect">
            <a:avLst/>
          </a:prstGeom>
          <a:noFill/>
          <a:ln>
            <a:noFill/>
          </a:ln>
        </p:spPr>
      </p:pic>
      <p:sp>
        <p:nvSpPr>
          <p:cNvPr id="127" name="Google Shape;127;p16"/>
          <p:cNvSpPr/>
          <p:nvPr/>
        </p:nvSpPr>
        <p:spPr>
          <a:xfrm>
            <a:off x="6963888" y="2571738"/>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 name="Google Shape;128;p16"/>
          <p:cNvPicPr preferRelativeResize="0"/>
          <p:nvPr/>
        </p:nvPicPr>
        <p:blipFill rotWithShape="1">
          <a:blip r:embed="rId2">
            <a:alphaModFix/>
          </a:blip>
          <a:srcRect l="74979" b="69959"/>
          <a:stretch/>
        </p:blipFill>
        <p:spPr>
          <a:xfrm rot="-4812659">
            <a:off x="6937853" y="2951404"/>
            <a:ext cx="2708636" cy="2107867"/>
          </a:xfrm>
          <a:prstGeom prst="rect">
            <a:avLst/>
          </a:prstGeom>
          <a:noFill/>
          <a:ln>
            <a:noFill/>
          </a:ln>
        </p:spPr>
      </p:pic>
      <p:sp>
        <p:nvSpPr>
          <p:cNvPr id="129" name="Google Shape;129;p16"/>
          <p:cNvSpPr txBox="1">
            <a:spLocks noGrp="1"/>
          </p:cNvSpPr>
          <p:nvPr>
            <p:ph type="title"/>
          </p:nvPr>
        </p:nvSpPr>
        <p:spPr>
          <a:xfrm>
            <a:off x="3105900" y="1327533"/>
            <a:ext cx="5309700" cy="63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0" name="Google Shape;130;p16"/>
          <p:cNvSpPr txBox="1">
            <a:spLocks noGrp="1"/>
          </p:cNvSpPr>
          <p:nvPr>
            <p:ph type="subTitle" idx="1"/>
          </p:nvPr>
        </p:nvSpPr>
        <p:spPr>
          <a:xfrm>
            <a:off x="3105900" y="2097567"/>
            <a:ext cx="5309700" cy="171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200"/>
              <a:buChar char="●"/>
              <a:defRPr sz="1200"/>
            </a:lvl1pPr>
            <a:lvl2pPr lvl="1" algn="ctr" rtl="0">
              <a:lnSpc>
                <a:spcPct val="100000"/>
              </a:lnSpc>
              <a:spcBef>
                <a:spcPts val="0"/>
              </a:spcBef>
              <a:spcAft>
                <a:spcPts val="0"/>
              </a:spcAft>
              <a:buSzPts val="1200"/>
              <a:buChar char="○"/>
              <a:defRPr sz="1200"/>
            </a:lvl2pPr>
            <a:lvl3pPr lvl="2" algn="ctr" rtl="0">
              <a:lnSpc>
                <a:spcPct val="100000"/>
              </a:lnSpc>
              <a:spcBef>
                <a:spcPts val="0"/>
              </a:spcBef>
              <a:spcAft>
                <a:spcPts val="0"/>
              </a:spcAft>
              <a:buSzPts val="1200"/>
              <a:buChar char="■"/>
              <a:defRPr sz="1200"/>
            </a:lvl3pPr>
            <a:lvl4pPr lvl="3" algn="ctr" rtl="0">
              <a:lnSpc>
                <a:spcPct val="100000"/>
              </a:lnSpc>
              <a:spcBef>
                <a:spcPts val="0"/>
              </a:spcBef>
              <a:spcAft>
                <a:spcPts val="0"/>
              </a:spcAft>
              <a:buSzPts val="1200"/>
              <a:buChar char="●"/>
              <a:defRPr sz="1200"/>
            </a:lvl4pPr>
            <a:lvl5pPr lvl="4" algn="ctr" rtl="0">
              <a:lnSpc>
                <a:spcPct val="100000"/>
              </a:lnSpc>
              <a:spcBef>
                <a:spcPts val="0"/>
              </a:spcBef>
              <a:spcAft>
                <a:spcPts val="0"/>
              </a:spcAft>
              <a:buSzPts val="1200"/>
              <a:buChar char="○"/>
              <a:defRPr sz="1200"/>
            </a:lvl5pPr>
            <a:lvl6pPr lvl="5" algn="ctr" rtl="0">
              <a:lnSpc>
                <a:spcPct val="100000"/>
              </a:lnSpc>
              <a:spcBef>
                <a:spcPts val="0"/>
              </a:spcBef>
              <a:spcAft>
                <a:spcPts val="0"/>
              </a:spcAft>
              <a:buSzPts val="1200"/>
              <a:buChar char="■"/>
              <a:defRPr sz="1200"/>
            </a:lvl6pPr>
            <a:lvl7pPr lvl="6" algn="ctr" rtl="0">
              <a:lnSpc>
                <a:spcPct val="100000"/>
              </a:lnSpc>
              <a:spcBef>
                <a:spcPts val="0"/>
              </a:spcBef>
              <a:spcAft>
                <a:spcPts val="0"/>
              </a:spcAft>
              <a:buSzPts val="1200"/>
              <a:buChar char="●"/>
              <a:defRPr sz="1200"/>
            </a:lvl7pPr>
            <a:lvl8pPr lvl="7" algn="ctr" rtl="0">
              <a:lnSpc>
                <a:spcPct val="100000"/>
              </a:lnSpc>
              <a:spcBef>
                <a:spcPts val="0"/>
              </a:spcBef>
              <a:spcAft>
                <a:spcPts val="0"/>
              </a:spcAft>
              <a:buSzPts val="1200"/>
              <a:buChar char="○"/>
              <a:defRPr sz="1200"/>
            </a:lvl8pPr>
            <a:lvl9pPr lvl="8" algn="ctr" rtl="0">
              <a:lnSpc>
                <a:spcPct val="100000"/>
              </a:lnSpc>
              <a:spcBef>
                <a:spcPts val="0"/>
              </a:spcBef>
              <a:spcAft>
                <a:spcPts val="0"/>
              </a:spcAft>
              <a:buSzPts val="1200"/>
              <a:buChar char="■"/>
              <a:defRPr sz="12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2">
    <p:bg>
      <p:bgPr>
        <a:gradFill>
          <a:gsLst>
            <a:gs pos="0">
              <a:schemeClr val="lt1"/>
            </a:gs>
            <a:gs pos="49000">
              <a:schemeClr val="lt1"/>
            </a:gs>
            <a:gs pos="100000">
              <a:schemeClr val="dk2"/>
            </a:gs>
          </a:gsLst>
          <a:lin ang="0" scaled="0"/>
        </a:gradFill>
        <a:effectLst/>
      </p:bgPr>
    </p:bg>
    <p:spTree>
      <p:nvGrpSpPr>
        <p:cNvPr id="1" name="Shape 149"/>
        <p:cNvGrpSpPr/>
        <p:nvPr/>
      </p:nvGrpSpPr>
      <p:grpSpPr>
        <a:xfrm>
          <a:off x="0" y="0"/>
          <a:ext cx="0" cy="0"/>
          <a:chOff x="0" y="0"/>
          <a:chExt cx="0" cy="0"/>
        </a:xfrm>
      </p:grpSpPr>
      <p:sp>
        <p:nvSpPr>
          <p:cNvPr id="150" name="Google Shape;150;p19"/>
          <p:cNvSpPr/>
          <p:nvPr/>
        </p:nvSpPr>
        <p:spPr>
          <a:xfrm rot="10800000">
            <a:off x="7615825" y="-1430937"/>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9"/>
          <p:cNvSpPr/>
          <p:nvPr/>
        </p:nvSpPr>
        <p:spPr>
          <a:xfrm rot="10800000">
            <a:off x="-3013412" y="31774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19"/>
          <p:cNvPicPr preferRelativeResize="0"/>
          <p:nvPr/>
        </p:nvPicPr>
        <p:blipFill rotWithShape="1">
          <a:blip r:embed="rId2">
            <a:alphaModFix/>
          </a:blip>
          <a:srcRect l="63442" b="71523"/>
          <a:stretch/>
        </p:blipFill>
        <p:spPr>
          <a:xfrm rot="-5400000">
            <a:off x="6204225" y="2165625"/>
            <a:ext cx="3957700" cy="1998050"/>
          </a:xfrm>
          <a:prstGeom prst="rect">
            <a:avLst/>
          </a:prstGeom>
          <a:noFill/>
          <a:ln>
            <a:noFill/>
          </a:ln>
        </p:spPr>
      </p:pic>
      <p:pic>
        <p:nvPicPr>
          <p:cNvPr id="153" name="Google Shape;153;p19"/>
          <p:cNvPicPr preferRelativeResize="0"/>
          <p:nvPr/>
        </p:nvPicPr>
        <p:blipFill rotWithShape="1">
          <a:blip r:embed="rId2">
            <a:alphaModFix/>
          </a:blip>
          <a:srcRect l="38791" r="8314" b="65697"/>
          <a:stretch/>
        </p:blipFill>
        <p:spPr>
          <a:xfrm rot="4085377">
            <a:off x="-2503171" y="1725453"/>
            <a:ext cx="5726445" cy="2406845"/>
          </a:xfrm>
          <a:prstGeom prst="rect">
            <a:avLst/>
          </a:prstGeom>
          <a:noFill/>
          <a:ln>
            <a:noFill/>
          </a:ln>
        </p:spPr>
      </p:pic>
      <p:sp>
        <p:nvSpPr>
          <p:cNvPr id="154" name="Google Shape;154;p19"/>
          <p:cNvSpPr txBox="1">
            <a:spLocks noGrp="1"/>
          </p:cNvSpPr>
          <p:nvPr>
            <p:ph type="subTitle" idx="1"/>
          </p:nvPr>
        </p:nvSpPr>
        <p:spPr>
          <a:xfrm>
            <a:off x="720000" y="2779850"/>
            <a:ext cx="2175300" cy="181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5" name="Google Shape;155;p19"/>
          <p:cNvSpPr txBox="1">
            <a:spLocks noGrp="1"/>
          </p:cNvSpPr>
          <p:nvPr>
            <p:ph type="subTitle" idx="2"/>
          </p:nvPr>
        </p:nvSpPr>
        <p:spPr>
          <a:xfrm>
            <a:off x="3484347" y="2779850"/>
            <a:ext cx="2175300" cy="181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 name="Google Shape;156;p19"/>
          <p:cNvSpPr txBox="1">
            <a:spLocks noGrp="1"/>
          </p:cNvSpPr>
          <p:nvPr>
            <p:ph type="subTitle" idx="3"/>
          </p:nvPr>
        </p:nvSpPr>
        <p:spPr>
          <a:xfrm>
            <a:off x="6248700" y="2779850"/>
            <a:ext cx="2175300" cy="181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 name="Google Shape;157;p19"/>
          <p:cNvSpPr txBox="1">
            <a:spLocks noGrp="1"/>
          </p:cNvSpPr>
          <p:nvPr>
            <p:ph type="subTitle" idx="4"/>
          </p:nvPr>
        </p:nvSpPr>
        <p:spPr>
          <a:xfrm>
            <a:off x="720000" y="2168925"/>
            <a:ext cx="21753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a:buNone/>
              <a:defRPr sz="2400" b="1">
                <a:latin typeface="Phudu"/>
                <a:ea typeface="Phudu"/>
                <a:cs typeface="Phudu"/>
                <a:sym typeface="Phudu"/>
              </a:defRPr>
            </a:lvl2pPr>
            <a:lvl3pPr lvl="2" algn="ctr" rtl="0">
              <a:lnSpc>
                <a:spcPct val="100000"/>
              </a:lnSpc>
              <a:spcBef>
                <a:spcPts val="0"/>
              </a:spcBef>
              <a:spcAft>
                <a:spcPts val="0"/>
              </a:spcAft>
              <a:buSzPts val="2400"/>
              <a:buFont typeface="Phudu"/>
              <a:buNone/>
              <a:defRPr sz="2400" b="1">
                <a:latin typeface="Phudu"/>
                <a:ea typeface="Phudu"/>
                <a:cs typeface="Phudu"/>
                <a:sym typeface="Phudu"/>
              </a:defRPr>
            </a:lvl3pPr>
            <a:lvl4pPr lvl="3" algn="ctr" rtl="0">
              <a:lnSpc>
                <a:spcPct val="100000"/>
              </a:lnSpc>
              <a:spcBef>
                <a:spcPts val="0"/>
              </a:spcBef>
              <a:spcAft>
                <a:spcPts val="0"/>
              </a:spcAft>
              <a:buSzPts val="2400"/>
              <a:buFont typeface="Phudu"/>
              <a:buNone/>
              <a:defRPr sz="2400" b="1">
                <a:latin typeface="Phudu"/>
                <a:ea typeface="Phudu"/>
                <a:cs typeface="Phudu"/>
                <a:sym typeface="Phudu"/>
              </a:defRPr>
            </a:lvl4pPr>
            <a:lvl5pPr lvl="4" algn="ctr" rtl="0">
              <a:lnSpc>
                <a:spcPct val="100000"/>
              </a:lnSpc>
              <a:spcBef>
                <a:spcPts val="0"/>
              </a:spcBef>
              <a:spcAft>
                <a:spcPts val="0"/>
              </a:spcAft>
              <a:buSzPts val="2400"/>
              <a:buFont typeface="Phudu"/>
              <a:buNone/>
              <a:defRPr sz="2400" b="1">
                <a:latin typeface="Phudu"/>
                <a:ea typeface="Phudu"/>
                <a:cs typeface="Phudu"/>
                <a:sym typeface="Phudu"/>
              </a:defRPr>
            </a:lvl5pPr>
            <a:lvl6pPr lvl="5" algn="ctr" rtl="0">
              <a:lnSpc>
                <a:spcPct val="100000"/>
              </a:lnSpc>
              <a:spcBef>
                <a:spcPts val="0"/>
              </a:spcBef>
              <a:spcAft>
                <a:spcPts val="0"/>
              </a:spcAft>
              <a:buSzPts val="2400"/>
              <a:buFont typeface="Phudu"/>
              <a:buNone/>
              <a:defRPr sz="2400" b="1">
                <a:latin typeface="Phudu"/>
                <a:ea typeface="Phudu"/>
                <a:cs typeface="Phudu"/>
                <a:sym typeface="Phudu"/>
              </a:defRPr>
            </a:lvl6pPr>
            <a:lvl7pPr lvl="6" algn="ctr" rtl="0">
              <a:lnSpc>
                <a:spcPct val="100000"/>
              </a:lnSpc>
              <a:spcBef>
                <a:spcPts val="0"/>
              </a:spcBef>
              <a:spcAft>
                <a:spcPts val="0"/>
              </a:spcAft>
              <a:buSzPts val="2400"/>
              <a:buFont typeface="Phudu"/>
              <a:buNone/>
              <a:defRPr sz="2400" b="1">
                <a:latin typeface="Phudu"/>
                <a:ea typeface="Phudu"/>
                <a:cs typeface="Phudu"/>
                <a:sym typeface="Phudu"/>
              </a:defRPr>
            </a:lvl7pPr>
            <a:lvl8pPr lvl="7" algn="ctr" rtl="0">
              <a:lnSpc>
                <a:spcPct val="100000"/>
              </a:lnSpc>
              <a:spcBef>
                <a:spcPts val="0"/>
              </a:spcBef>
              <a:spcAft>
                <a:spcPts val="0"/>
              </a:spcAft>
              <a:buSzPts val="2400"/>
              <a:buFont typeface="Phudu"/>
              <a:buNone/>
              <a:defRPr sz="2400" b="1">
                <a:latin typeface="Phudu"/>
                <a:ea typeface="Phudu"/>
                <a:cs typeface="Phudu"/>
                <a:sym typeface="Phudu"/>
              </a:defRPr>
            </a:lvl8pPr>
            <a:lvl9pPr lvl="8" algn="ctr" rtl="0">
              <a:lnSpc>
                <a:spcPct val="100000"/>
              </a:lnSpc>
              <a:spcBef>
                <a:spcPts val="0"/>
              </a:spcBef>
              <a:spcAft>
                <a:spcPts val="0"/>
              </a:spcAft>
              <a:buSzPts val="2400"/>
              <a:buFont typeface="Phudu"/>
              <a:buNone/>
              <a:defRPr sz="2400" b="1">
                <a:latin typeface="Phudu"/>
                <a:ea typeface="Phudu"/>
                <a:cs typeface="Phudu"/>
                <a:sym typeface="Phudu"/>
              </a:defRPr>
            </a:lvl9pPr>
          </a:lstStyle>
          <a:p>
            <a:endParaRPr/>
          </a:p>
        </p:txBody>
      </p:sp>
      <p:sp>
        <p:nvSpPr>
          <p:cNvPr id="158" name="Google Shape;158;p19"/>
          <p:cNvSpPr txBox="1">
            <a:spLocks noGrp="1"/>
          </p:cNvSpPr>
          <p:nvPr>
            <p:ph type="subTitle" idx="5"/>
          </p:nvPr>
        </p:nvSpPr>
        <p:spPr>
          <a:xfrm>
            <a:off x="3484350" y="2168925"/>
            <a:ext cx="21753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a:buNone/>
              <a:defRPr sz="2400" b="1">
                <a:latin typeface="Phudu"/>
                <a:ea typeface="Phudu"/>
                <a:cs typeface="Phudu"/>
                <a:sym typeface="Phudu"/>
              </a:defRPr>
            </a:lvl2pPr>
            <a:lvl3pPr lvl="2" algn="ctr" rtl="0">
              <a:lnSpc>
                <a:spcPct val="100000"/>
              </a:lnSpc>
              <a:spcBef>
                <a:spcPts val="0"/>
              </a:spcBef>
              <a:spcAft>
                <a:spcPts val="0"/>
              </a:spcAft>
              <a:buSzPts val="2400"/>
              <a:buFont typeface="Phudu"/>
              <a:buNone/>
              <a:defRPr sz="2400" b="1">
                <a:latin typeface="Phudu"/>
                <a:ea typeface="Phudu"/>
                <a:cs typeface="Phudu"/>
                <a:sym typeface="Phudu"/>
              </a:defRPr>
            </a:lvl3pPr>
            <a:lvl4pPr lvl="3" algn="ctr" rtl="0">
              <a:lnSpc>
                <a:spcPct val="100000"/>
              </a:lnSpc>
              <a:spcBef>
                <a:spcPts val="0"/>
              </a:spcBef>
              <a:spcAft>
                <a:spcPts val="0"/>
              </a:spcAft>
              <a:buSzPts val="2400"/>
              <a:buFont typeface="Phudu"/>
              <a:buNone/>
              <a:defRPr sz="2400" b="1">
                <a:latin typeface="Phudu"/>
                <a:ea typeface="Phudu"/>
                <a:cs typeface="Phudu"/>
                <a:sym typeface="Phudu"/>
              </a:defRPr>
            </a:lvl4pPr>
            <a:lvl5pPr lvl="4" algn="ctr" rtl="0">
              <a:lnSpc>
                <a:spcPct val="100000"/>
              </a:lnSpc>
              <a:spcBef>
                <a:spcPts val="0"/>
              </a:spcBef>
              <a:spcAft>
                <a:spcPts val="0"/>
              </a:spcAft>
              <a:buSzPts val="2400"/>
              <a:buFont typeface="Phudu"/>
              <a:buNone/>
              <a:defRPr sz="2400" b="1">
                <a:latin typeface="Phudu"/>
                <a:ea typeface="Phudu"/>
                <a:cs typeface="Phudu"/>
                <a:sym typeface="Phudu"/>
              </a:defRPr>
            </a:lvl5pPr>
            <a:lvl6pPr lvl="5" algn="ctr" rtl="0">
              <a:lnSpc>
                <a:spcPct val="100000"/>
              </a:lnSpc>
              <a:spcBef>
                <a:spcPts val="0"/>
              </a:spcBef>
              <a:spcAft>
                <a:spcPts val="0"/>
              </a:spcAft>
              <a:buSzPts val="2400"/>
              <a:buFont typeface="Phudu"/>
              <a:buNone/>
              <a:defRPr sz="2400" b="1">
                <a:latin typeface="Phudu"/>
                <a:ea typeface="Phudu"/>
                <a:cs typeface="Phudu"/>
                <a:sym typeface="Phudu"/>
              </a:defRPr>
            </a:lvl6pPr>
            <a:lvl7pPr lvl="6" algn="ctr" rtl="0">
              <a:lnSpc>
                <a:spcPct val="100000"/>
              </a:lnSpc>
              <a:spcBef>
                <a:spcPts val="0"/>
              </a:spcBef>
              <a:spcAft>
                <a:spcPts val="0"/>
              </a:spcAft>
              <a:buSzPts val="2400"/>
              <a:buFont typeface="Phudu"/>
              <a:buNone/>
              <a:defRPr sz="2400" b="1">
                <a:latin typeface="Phudu"/>
                <a:ea typeface="Phudu"/>
                <a:cs typeface="Phudu"/>
                <a:sym typeface="Phudu"/>
              </a:defRPr>
            </a:lvl7pPr>
            <a:lvl8pPr lvl="7" algn="ctr" rtl="0">
              <a:lnSpc>
                <a:spcPct val="100000"/>
              </a:lnSpc>
              <a:spcBef>
                <a:spcPts val="0"/>
              </a:spcBef>
              <a:spcAft>
                <a:spcPts val="0"/>
              </a:spcAft>
              <a:buSzPts val="2400"/>
              <a:buFont typeface="Phudu"/>
              <a:buNone/>
              <a:defRPr sz="2400" b="1">
                <a:latin typeface="Phudu"/>
                <a:ea typeface="Phudu"/>
                <a:cs typeface="Phudu"/>
                <a:sym typeface="Phudu"/>
              </a:defRPr>
            </a:lvl8pPr>
            <a:lvl9pPr lvl="8" algn="ctr" rtl="0">
              <a:lnSpc>
                <a:spcPct val="100000"/>
              </a:lnSpc>
              <a:spcBef>
                <a:spcPts val="0"/>
              </a:spcBef>
              <a:spcAft>
                <a:spcPts val="0"/>
              </a:spcAft>
              <a:buSzPts val="2400"/>
              <a:buFont typeface="Phudu"/>
              <a:buNone/>
              <a:defRPr sz="2400" b="1">
                <a:latin typeface="Phudu"/>
                <a:ea typeface="Phudu"/>
                <a:cs typeface="Phudu"/>
                <a:sym typeface="Phudu"/>
              </a:defRPr>
            </a:lvl9pPr>
          </a:lstStyle>
          <a:p>
            <a:endParaRPr/>
          </a:p>
        </p:txBody>
      </p:sp>
      <p:sp>
        <p:nvSpPr>
          <p:cNvPr id="159" name="Google Shape;159;p19"/>
          <p:cNvSpPr txBox="1">
            <a:spLocks noGrp="1"/>
          </p:cNvSpPr>
          <p:nvPr>
            <p:ph type="subTitle" idx="6"/>
          </p:nvPr>
        </p:nvSpPr>
        <p:spPr>
          <a:xfrm>
            <a:off x="6248700" y="2168925"/>
            <a:ext cx="21753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a:buNone/>
              <a:defRPr sz="2400" b="1">
                <a:latin typeface="Phudu"/>
                <a:ea typeface="Phudu"/>
                <a:cs typeface="Phudu"/>
                <a:sym typeface="Phudu"/>
              </a:defRPr>
            </a:lvl2pPr>
            <a:lvl3pPr lvl="2" algn="ctr" rtl="0">
              <a:lnSpc>
                <a:spcPct val="100000"/>
              </a:lnSpc>
              <a:spcBef>
                <a:spcPts val="0"/>
              </a:spcBef>
              <a:spcAft>
                <a:spcPts val="0"/>
              </a:spcAft>
              <a:buSzPts val="2400"/>
              <a:buFont typeface="Phudu"/>
              <a:buNone/>
              <a:defRPr sz="2400" b="1">
                <a:latin typeface="Phudu"/>
                <a:ea typeface="Phudu"/>
                <a:cs typeface="Phudu"/>
                <a:sym typeface="Phudu"/>
              </a:defRPr>
            </a:lvl3pPr>
            <a:lvl4pPr lvl="3" algn="ctr" rtl="0">
              <a:lnSpc>
                <a:spcPct val="100000"/>
              </a:lnSpc>
              <a:spcBef>
                <a:spcPts val="0"/>
              </a:spcBef>
              <a:spcAft>
                <a:spcPts val="0"/>
              </a:spcAft>
              <a:buSzPts val="2400"/>
              <a:buFont typeface="Phudu"/>
              <a:buNone/>
              <a:defRPr sz="2400" b="1">
                <a:latin typeface="Phudu"/>
                <a:ea typeface="Phudu"/>
                <a:cs typeface="Phudu"/>
                <a:sym typeface="Phudu"/>
              </a:defRPr>
            </a:lvl4pPr>
            <a:lvl5pPr lvl="4" algn="ctr" rtl="0">
              <a:lnSpc>
                <a:spcPct val="100000"/>
              </a:lnSpc>
              <a:spcBef>
                <a:spcPts val="0"/>
              </a:spcBef>
              <a:spcAft>
                <a:spcPts val="0"/>
              </a:spcAft>
              <a:buSzPts val="2400"/>
              <a:buFont typeface="Phudu"/>
              <a:buNone/>
              <a:defRPr sz="2400" b="1">
                <a:latin typeface="Phudu"/>
                <a:ea typeface="Phudu"/>
                <a:cs typeface="Phudu"/>
                <a:sym typeface="Phudu"/>
              </a:defRPr>
            </a:lvl5pPr>
            <a:lvl6pPr lvl="5" algn="ctr" rtl="0">
              <a:lnSpc>
                <a:spcPct val="100000"/>
              </a:lnSpc>
              <a:spcBef>
                <a:spcPts val="0"/>
              </a:spcBef>
              <a:spcAft>
                <a:spcPts val="0"/>
              </a:spcAft>
              <a:buSzPts val="2400"/>
              <a:buFont typeface="Phudu"/>
              <a:buNone/>
              <a:defRPr sz="2400" b="1">
                <a:latin typeface="Phudu"/>
                <a:ea typeface="Phudu"/>
                <a:cs typeface="Phudu"/>
                <a:sym typeface="Phudu"/>
              </a:defRPr>
            </a:lvl6pPr>
            <a:lvl7pPr lvl="6" algn="ctr" rtl="0">
              <a:lnSpc>
                <a:spcPct val="100000"/>
              </a:lnSpc>
              <a:spcBef>
                <a:spcPts val="0"/>
              </a:spcBef>
              <a:spcAft>
                <a:spcPts val="0"/>
              </a:spcAft>
              <a:buSzPts val="2400"/>
              <a:buFont typeface="Phudu"/>
              <a:buNone/>
              <a:defRPr sz="2400" b="1">
                <a:latin typeface="Phudu"/>
                <a:ea typeface="Phudu"/>
                <a:cs typeface="Phudu"/>
                <a:sym typeface="Phudu"/>
              </a:defRPr>
            </a:lvl7pPr>
            <a:lvl8pPr lvl="7" algn="ctr" rtl="0">
              <a:lnSpc>
                <a:spcPct val="100000"/>
              </a:lnSpc>
              <a:spcBef>
                <a:spcPts val="0"/>
              </a:spcBef>
              <a:spcAft>
                <a:spcPts val="0"/>
              </a:spcAft>
              <a:buSzPts val="2400"/>
              <a:buFont typeface="Phudu"/>
              <a:buNone/>
              <a:defRPr sz="2400" b="1">
                <a:latin typeface="Phudu"/>
                <a:ea typeface="Phudu"/>
                <a:cs typeface="Phudu"/>
                <a:sym typeface="Phudu"/>
              </a:defRPr>
            </a:lvl8pPr>
            <a:lvl9pPr lvl="8" algn="ctr" rtl="0">
              <a:lnSpc>
                <a:spcPct val="100000"/>
              </a:lnSpc>
              <a:spcBef>
                <a:spcPts val="0"/>
              </a:spcBef>
              <a:spcAft>
                <a:spcPts val="0"/>
              </a:spcAft>
              <a:buSzPts val="2400"/>
              <a:buFont typeface="Phudu"/>
              <a:buNone/>
              <a:defRPr sz="2400" b="1">
                <a:latin typeface="Phudu"/>
                <a:ea typeface="Phudu"/>
                <a:cs typeface="Phudu"/>
                <a:sym typeface="Phudu"/>
              </a:defRPr>
            </a:lvl9pPr>
          </a:lstStyle>
          <a:p>
            <a:endParaRPr/>
          </a:p>
        </p:txBody>
      </p:sp>
      <p:sp>
        <p:nvSpPr>
          <p:cNvPr id="160" name="Google Shape;1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2_1">
    <p:bg>
      <p:bgPr>
        <a:gradFill>
          <a:gsLst>
            <a:gs pos="0">
              <a:schemeClr val="dk2"/>
            </a:gs>
            <a:gs pos="38000">
              <a:schemeClr val="lt1"/>
            </a:gs>
            <a:gs pos="100000">
              <a:schemeClr val="lt1"/>
            </a:gs>
          </a:gsLst>
          <a:lin ang="0" scaled="0"/>
        </a:gradFill>
        <a:effectLst/>
      </p:bgPr>
    </p:bg>
    <p:spTree>
      <p:nvGrpSpPr>
        <p:cNvPr id="1" name="Shape 161"/>
        <p:cNvGrpSpPr/>
        <p:nvPr/>
      </p:nvGrpSpPr>
      <p:grpSpPr>
        <a:xfrm>
          <a:off x="0" y="0"/>
          <a:ext cx="0" cy="0"/>
          <a:chOff x="0" y="0"/>
          <a:chExt cx="0" cy="0"/>
        </a:xfrm>
      </p:grpSpPr>
      <p:sp>
        <p:nvSpPr>
          <p:cNvPr id="162" name="Google Shape;162;p20"/>
          <p:cNvSpPr/>
          <p:nvPr/>
        </p:nvSpPr>
        <p:spPr>
          <a:xfrm rot="10800000">
            <a:off x="6225838" y="-37377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0"/>
          <p:cNvSpPr/>
          <p:nvPr/>
        </p:nvSpPr>
        <p:spPr>
          <a:xfrm rot="10800000">
            <a:off x="-3680825" y="2980688"/>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4" name="Google Shape;164;p20"/>
          <p:cNvPicPr preferRelativeResize="0"/>
          <p:nvPr/>
        </p:nvPicPr>
        <p:blipFill rotWithShape="1">
          <a:blip r:embed="rId2">
            <a:alphaModFix/>
          </a:blip>
          <a:srcRect l="29343" t="72045" r="31810"/>
          <a:stretch/>
        </p:blipFill>
        <p:spPr>
          <a:xfrm rot="-4812661">
            <a:off x="-1498433" y="2152234"/>
            <a:ext cx="4205388" cy="1961482"/>
          </a:xfrm>
          <a:prstGeom prst="rect">
            <a:avLst/>
          </a:prstGeom>
          <a:noFill/>
          <a:ln>
            <a:noFill/>
          </a:ln>
        </p:spPr>
      </p:pic>
      <p:sp>
        <p:nvSpPr>
          <p:cNvPr id="165" name="Google Shape;16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6" name="Google Shape;166;p20"/>
          <p:cNvSpPr txBox="1">
            <a:spLocks noGrp="1"/>
          </p:cNvSpPr>
          <p:nvPr>
            <p:ph type="subTitle" idx="1"/>
          </p:nvPr>
        </p:nvSpPr>
        <p:spPr>
          <a:xfrm>
            <a:off x="1209793" y="1643288"/>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67" name="Google Shape;167;p20"/>
          <p:cNvSpPr txBox="1">
            <a:spLocks noGrp="1"/>
          </p:cNvSpPr>
          <p:nvPr>
            <p:ph type="subTitle" idx="2"/>
          </p:nvPr>
        </p:nvSpPr>
        <p:spPr>
          <a:xfrm>
            <a:off x="5031745" y="1643288"/>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68" name="Google Shape;168;p20"/>
          <p:cNvSpPr txBox="1">
            <a:spLocks noGrp="1"/>
          </p:cNvSpPr>
          <p:nvPr>
            <p:ph type="subTitle" idx="3"/>
          </p:nvPr>
        </p:nvSpPr>
        <p:spPr>
          <a:xfrm>
            <a:off x="1209793" y="3303863"/>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69" name="Google Shape;169;p20"/>
          <p:cNvSpPr txBox="1">
            <a:spLocks noGrp="1"/>
          </p:cNvSpPr>
          <p:nvPr>
            <p:ph type="subTitle" idx="4"/>
          </p:nvPr>
        </p:nvSpPr>
        <p:spPr>
          <a:xfrm>
            <a:off x="5031745" y="3296313"/>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70" name="Google Shape;170;p20"/>
          <p:cNvSpPr txBox="1">
            <a:spLocks noGrp="1"/>
          </p:cNvSpPr>
          <p:nvPr>
            <p:ph type="subTitle" idx="5"/>
          </p:nvPr>
        </p:nvSpPr>
        <p:spPr>
          <a:xfrm>
            <a:off x="1209794" y="10903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2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2pPr>
            <a:lvl3pPr lvl="2"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3pPr>
            <a:lvl4pPr lvl="3"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4pPr>
            <a:lvl5pPr lvl="4"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5pPr>
            <a:lvl6pPr lvl="5"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6pPr>
            <a:lvl7pPr lvl="6"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7pPr>
            <a:lvl8pPr lvl="7"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8pPr>
            <a:lvl9pPr lvl="8"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9pPr>
          </a:lstStyle>
          <a:p>
            <a:endParaRPr/>
          </a:p>
        </p:txBody>
      </p:sp>
      <p:sp>
        <p:nvSpPr>
          <p:cNvPr id="171" name="Google Shape;171;p20"/>
          <p:cNvSpPr txBox="1">
            <a:spLocks noGrp="1"/>
          </p:cNvSpPr>
          <p:nvPr>
            <p:ph type="subTitle" idx="6"/>
          </p:nvPr>
        </p:nvSpPr>
        <p:spPr>
          <a:xfrm>
            <a:off x="1209794" y="27510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2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2pPr>
            <a:lvl3pPr lvl="2"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3pPr>
            <a:lvl4pPr lvl="3"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4pPr>
            <a:lvl5pPr lvl="4"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5pPr>
            <a:lvl6pPr lvl="5"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6pPr>
            <a:lvl7pPr lvl="6"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7pPr>
            <a:lvl8pPr lvl="7"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8pPr>
            <a:lvl9pPr lvl="8"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9pPr>
          </a:lstStyle>
          <a:p>
            <a:endParaRPr/>
          </a:p>
        </p:txBody>
      </p:sp>
      <p:sp>
        <p:nvSpPr>
          <p:cNvPr id="172" name="Google Shape;172;p20"/>
          <p:cNvSpPr txBox="1">
            <a:spLocks noGrp="1"/>
          </p:cNvSpPr>
          <p:nvPr>
            <p:ph type="subTitle" idx="7"/>
          </p:nvPr>
        </p:nvSpPr>
        <p:spPr>
          <a:xfrm>
            <a:off x="5031718" y="10903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2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2pPr>
            <a:lvl3pPr lvl="2"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3pPr>
            <a:lvl4pPr lvl="3"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4pPr>
            <a:lvl5pPr lvl="4"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5pPr>
            <a:lvl6pPr lvl="5"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6pPr>
            <a:lvl7pPr lvl="6"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7pPr>
            <a:lvl8pPr lvl="7"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8pPr>
            <a:lvl9pPr lvl="8"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9pPr>
          </a:lstStyle>
          <a:p>
            <a:endParaRPr/>
          </a:p>
        </p:txBody>
      </p:sp>
      <p:sp>
        <p:nvSpPr>
          <p:cNvPr id="173" name="Google Shape;173;p20"/>
          <p:cNvSpPr txBox="1">
            <a:spLocks noGrp="1"/>
          </p:cNvSpPr>
          <p:nvPr>
            <p:ph type="subTitle" idx="8"/>
          </p:nvPr>
        </p:nvSpPr>
        <p:spPr>
          <a:xfrm>
            <a:off x="5031718" y="2751075"/>
            <a:ext cx="3314400" cy="65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2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2pPr>
            <a:lvl3pPr lvl="2"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3pPr>
            <a:lvl4pPr lvl="3"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4pPr>
            <a:lvl5pPr lvl="4"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5pPr>
            <a:lvl6pPr lvl="5"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6pPr>
            <a:lvl7pPr lvl="6"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7pPr>
            <a:lvl8pPr lvl="7"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8pPr>
            <a:lvl9pPr lvl="8" algn="ctr" rtl="0">
              <a:lnSpc>
                <a:spcPct val="100000"/>
              </a:lnSpc>
              <a:spcBef>
                <a:spcPts val="0"/>
              </a:spcBef>
              <a:spcAft>
                <a:spcPts val="0"/>
              </a:spcAft>
              <a:buSzPts val="2200"/>
              <a:buFont typeface="Phudu Medium"/>
              <a:buNone/>
              <a:defRPr sz="2200" i="1">
                <a:latin typeface="Phudu Medium"/>
                <a:ea typeface="Phudu Medium"/>
                <a:cs typeface="Phudu Medium"/>
                <a:sym typeface="Phudu Medium"/>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3">
    <p:bg>
      <p:bgPr>
        <a:gradFill>
          <a:gsLst>
            <a:gs pos="0">
              <a:schemeClr val="lt1"/>
            </a:gs>
            <a:gs pos="49000">
              <a:schemeClr val="lt1"/>
            </a:gs>
            <a:gs pos="100000">
              <a:schemeClr val="dk2"/>
            </a:gs>
          </a:gsLst>
          <a:lin ang="0" scaled="0"/>
        </a:gradFill>
        <a:effectLst/>
      </p:bgPr>
    </p:bg>
    <p:spTree>
      <p:nvGrpSpPr>
        <p:cNvPr id="1" name="Shape 174"/>
        <p:cNvGrpSpPr/>
        <p:nvPr/>
      </p:nvGrpSpPr>
      <p:grpSpPr>
        <a:xfrm>
          <a:off x="0" y="0"/>
          <a:ext cx="0" cy="0"/>
          <a:chOff x="0" y="0"/>
          <a:chExt cx="0" cy="0"/>
        </a:xfrm>
      </p:grpSpPr>
      <p:sp>
        <p:nvSpPr>
          <p:cNvPr id="175" name="Google Shape;175;p21"/>
          <p:cNvSpPr/>
          <p:nvPr/>
        </p:nvSpPr>
        <p:spPr>
          <a:xfrm rot="10800000">
            <a:off x="7977450" y="1412463"/>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1"/>
          <p:cNvSpPr/>
          <p:nvPr/>
        </p:nvSpPr>
        <p:spPr>
          <a:xfrm rot="10800000">
            <a:off x="6225838" y="-37377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21"/>
          <p:cNvPicPr preferRelativeResize="0"/>
          <p:nvPr/>
        </p:nvPicPr>
        <p:blipFill rotWithShape="1">
          <a:blip r:embed="rId2">
            <a:alphaModFix/>
          </a:blip>
          <a:srcRect t="88172" r="61713"/>
          <a:stretch/>
        </p:blipFill>
        <p:spPr>
          <a:xfrm rot="5400000">
            <a:off x="6656651" y="2675200"/>
            <a:ext cx="4144824" cy="829875"/>
          </a:xfrm>
          <a:prstGeom prst="rect">
            <a:avLst/>
          </a:prstGeom>
          <a:noFill/>
          <a:ln>
            <a:noFill/>
          </a:ln>
        </p:spPr>
      </p:pic>
      <p:pic>
        <p:nvPicPr>
          <p:cNvPr id="178" name="Google Shape;178;p21"/>
          <p:cNvPicPr preferRelativeResize="0"/>
          <p:nvPr/>
        </p:nvPicPr>
        <p:blipFill rotWithShape="1">
          <a:blip r:embed="rId2">
            <a:alphaModFix/>
          </a:blip>
          <a:srcRect l="89087" t="16777"/>
          <a:stretch/>
        </p:blipFill>
        <p:spPr>
          <a:xfrm rot="5400000">
            <a:off x="5652637" y="-2329061"/>
            <a:ext cx="1181352" cy="5839474"/>
          </a:xfrm>
          <a:prstGeom prst="rect">
            <a:avLst/>
          </a:prstGeom>
          <a:noFill/>
          <a:ln>
            <a:noFill/>
          </a:ln>
        </p:spPr>
      </p:pic>
      <p:sp>
        <p:nvSpPr>
          <p:cNvPr id="179" name="Google Shape;179;p21"/>
          <p:cNvSpPr txBox="1">
            <a:spLocks noGrp="1"/>
          </p:cNvSpPr>
          <p:nvPr>
            <p:ph type="subTitle" idx="1"/>
          </p:nvPr>
        </p:nvSpPr>
        <p:spPr>
          <a:xfrm>
            <a:off x="720000" y="1710160"/>
            <a:ext cx="21945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80" name="Google Shape;180;p21"/>
          <p:cNvSpPr txBox="1">
            <a:spLocks noGrp="1"/>
          </p:cNvSpPr>
          <p:nvPr>
            <p:ph type="subTitle" idx="2"/>
          </p:nvPr>
        </p:nvSpPr>
        <p:spPr>
          <a:xfrm>
            <a:off x="3474750" y="1710160"/>
            <a:ext cx="21945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81" name="Google Shape;181;p21"/>
          <p:cNvSpPr txBox="1">
            <a:spLocks noGrp="1"/>
          </p:cNvSpPr>
          <p:nvPr>
            <p:ph type="subTitle" idx="3"/>
          </p:nvPr>
        </p:nvSpPr>
        <p:spPr>
          <a:xfrm>
            <a:off x="720000" y="3440452"/>
            <a:ext cx="21945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82" name="Google Shape;182;p21"/>
          <p:cNvSpPr txBox="1">
            <a:spLocks noGrp="1"/>
          </p:cNvSpPr>
          <p:nvPr>
            <p:ph type="subTitle" idx="4"/>
          </p:nvPr>
        </p:nvSpPr>
        <p:spPr>
          <a:xfrm>
            <a:off x="3474750" y="3440452"/>
            <a:ext cx="21945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83" name="Google Shape;183;p21"/>
          <p:cNvSpPr txBox="1">
            <a:spLocks noGrp="1"/>
          </p:cNvSpPr>
          <p:nvPr>
            <p:ph type="subTitle" idx="5"/>
          </p:nvPr>
        </p:nvSpPr>
        <p:spPr>
          <a:xfrm>
            <a:off x="6229500" y="1710160"/>
            <a:ext cx="21945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84" name="Google Shape;184;p21"/>
          <p:cNvSpPr txBox="1">
            <a:spLocks noGrp="1"/>
          </p:cNvSpPr>
          <p:nvPr>
            <p:ph type="subTitle" idx="6"/>
          </p:nvPr>
        </p:nvSpPr>
        <p:spPr>
          <a:xfrm>
            <a:off x="6229500" y="3440454"/>
            <a:ext cx="21945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85" name="Google Shape;185;p21"/>
          <p:cNvSpPr txBox="1">
            <a:spLocks noGrp="1"/>
          </p:cNvSpPr>
          <p:nvPr>
            <p:ph type="subTitle" idx="7"/>
          </p:nvPr>
        </p:nvSpPr>
        <p:spPr>
          <a:xfrm>
            <a:off x="720000" y="1412475"/>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2pPr>
            <a:lvl3pPr lvl="2"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3pPr>
            <a:lvl4pPr lvl="3"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4pPr>
            <a:lvl5pPr lvl="4"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5pPr>
            <a:lvl6pPr lvl="5"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6pPr>
            <a:lvl7pPr lvl="6"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7pPr>
            <a:lvl8pPr lvl="7"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8pPr>
            <a:lvl9pPr lvl="8"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9pPr>
          </a:lstStyle>
          <a:p>
            <a:endParaRPr/>
          </a:p>
        </p:txBody>
      </p:sp>
      <p:sp>
        <p:nvSpPr>
          <p:cNvPr id="186" name="Google Shape;186;p21"/>
          <p:cNvSpPr txBox="1">
            <a:spLocks noGrp="1"/>
          </p:cNvSpPr>
          <p:nvPr>
            <p:ph type="subTitle" idx="8"/>
          </p:nvPr>
        </p:nvSpPr>
        <p:spPr>
          <a:xfrm>
            <a:off x="3475800" y="1412475"/>
            <a:ext cx="21924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2pPr>
            <a:lvl3pPr lvl="2"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3pPr>
            <a:lvl4pPr lvl="3"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4pPr>
            <a:lvl5pPr lvl="4"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5pPr>
            <a:lvl6pPr lvl="5"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6pPr>
            <a:lvl7pPr lvl="6"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7pPr>
            <a:lvl8pPr lvl="7"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8pPr>
            <a:lvl9pPr lvl="8"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9pPr>
          </a:lstStyle>
          <a:p>
            <a:endParaRPr/>
          </a:p>
        </p:txBody>
      </p:sp>
      <p:sp>
        <p:nvSpPr>
          <p:cNvPr id="187" name="Google Shape;187;p21"/>
          <p:cNvSpPr txBox="1">
            <a:spLocks noGrp="1"/>
          </p:cNvSpPr>
          <p:nvPr>
            <p:ph type="subTitle" idx="9"/>
          </p:nvPr>
        </p:nvSpPr>
        <p:spPr>
          <a:xfrm>
            <a:off x="6231900" y="1412475"/>
            <a:ext cx="2192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2pPr>
            <a:lvl3pPr lvl="2"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3pPr>
            <a:lvl4pPr lvl="3"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4pPr>
            <a:lvl5pPr lvl="4"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5pPr>
            <a:lvl6pPr lvl="5"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6pPr>
            <a:lvl7pPr lvl="6"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7pPr>
            <a:lvl8pPr lvl="7"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8pPr>
            <a:lvl9pPr lvl="8"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9pPr>
          </a:lstStyle>
          <a:p>
            <a:endParaRPr/>
          </a:p>
        </p:txBody>
      </p:sp>
      <p:sp>
        <p:nvSpPr>
          <p:cNvPr id="188" name="Google Shape;188;p21"/>
          <p:cNvSpPr txBox="1">
            <a:spLocks noGrp="1"/>
          </p:cNvSpPr>
          <p:nvPr>
            <p:ph type="subTitle" idx="13"/>
          </p:nvPr>
        </p:nvSpPr>
        <p:spPr>
          <a:xfrm>
            <a:off x="720000" y="3139549"/>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2pPr>
            <a:lvl3pPr lvl="2"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3pPr>
            <a:lvl4pPr lvl="3"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4pPr>
            <a:lvl5pPr lvl="4"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5pPr>
            <a:lvl6pPr lvl="5"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6pPr>
            <a:lvl7pPr lvl="6"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7pPr>
            <a:lvl8pPr lvl="7"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8pPr>
            <a:lvl9pPr lvl="8"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9pPr>
          </a:lstStyle>
          <a:p>
            <a:endParaRPr/>
          </a:p>
        </p:txBody>
      </p:sp>
      <p:sp>
        <p:nvSpPr>
          <p:cNvPr id="189" name="Google Shape;189;p21"/>
          <p:cNvSpPr txBox="1">
            <a:spLocks noGrp="1"/>
          </p:cNvSpPr>
          <p:nvPr>
            <p:ph type="subTitle" idx="14"/>
          </p:nvPr>
        </p:nvSpPr>
        <p:spPr>
          <a:xfrm>
            <a:off x="3475800" y="3139553"/>
            <a:ext cx="21924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2pPr>
            <a:lvl3pPr lvl="2"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3pPr>
            <a:lvl4pPr lvl="3"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4pPr>
            <a:lvl5pPr lvl="4"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5pPr>
            <a:lvl6pPr lvl="5"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6pPr>
            <a:lvl7pPr lvl="6"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7pPr>
            <a:lvl8pPr lvl="7"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8pPr>
            <a:lvl9pPr lvl="8"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9pPr>
          </a:lstStyle>
          <a:p>
            <a:endParaRPr/>
          </a:p>
        </p:txBody>
      </p:sp>
      <p:sp>
        <p:nvSpPr>
          <p:cNvPr id="190" name="Google Shape;190;p21"/>
          <p:cNvSpPr txBox="1">
            <a:spLocks noGrp="1"/>
          </p:cNvSpPr>
          <p:nvPr>
            <p:ph type="subTitle" idx="15"/>
          </p:nvPr>
        </p:nvSpPr>
        <p:spPr>
          <a:xfrm>
            <a:off x="6231900" y="3139556"/>
            <a:ext cx="2192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hudu Medium"/>
              <a:buNone/>
              <a:defRPr sz="2200" i="1">
                <a:solidFill>
                  <a:schemeClr val="dk1"/>
                </a:solidFill>
                <a:latin typeface="Phudu Medium"/>
                <a:ea typeface="Phudu Medium"/>
                <a:cs typeface="Phudu Medium"/>
                <a:sym typeface="Phudu Medium"/>
              </a:defRPr>
            </a:lvl1pPr>
            <a:lvl2pPr lvl="1"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2pPr>
            <a:lvl3pPr lvl="2"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3pPr>
            <a:lvl4pPr lvl="3"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4pPr>
            <a:lvl5pPr lvl="4"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5pPr>
            <a:lvl6pPr lvl="5"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6pPr>
            <a:lvl7pPr lvl="6"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7pPr>
            <a:lvl8pPr lvl="7"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8pPr>
            <a:lvl9pPr lvl="8" algn="ctr" rtl="0">
              <a:lnSpc>
                <a:spcPct val="100000"/>
              </a:lnSpc>
              <a:spcBef>
                <a:spcPts val="0"/>
              </a:spcBef>
              <a:spcAft>
                <a:spcPts val="0"/>
              </a:spcAft>
              <a:buSzPts val="2400"/>
              <a:buFont typeface="Phudu Medium"/>
              <a:buNone/>
              <a:defRPr sz="2400" i="1">
                <a:latin typeface="Phudu Medium"/>
                <a:ea typeface="Phudu Medium"/>
                <a:cs typeface="Phudu Medium"/>
                <a:sym typeface="Phudu Medium"/>
              </a:defRPr>
            </a:lvl9pPr>
          </a:lstStyle>
          <a:p>
            <a:endParaRPr/>
          </a:p>
        </p:txBody>
      </p:sp>
      <p:sp>
        <p:nvSpPr>
          <p:cNvPr id="191" name="Google Shape;19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CUSTOM">
    <p:bg>
      <p:bgPr>
        <a:gradFill>
          <a:gsLst>
            <a:gs pos="0">
              <a:schemeClr val="dk2"/>
            </a:gs>
            <a:gs pos="49000">
              <a:schemeClr val="lt1"/>
            </a:gs>
            <a:gs pos="100000">
              <a:schemeClr val="lt1"/>
            </a:gs>
          </a:gsLst>
          <a:lin ang="0" scaled="0"/>
        </a:gradFill>
        <a:effectLst/>
      </p:bgPr>
    </p:bg>
    <p:spTree>
      <p:nvGrpSpPr>
        <p:cNvPr id="1" name="Shape 192"/>
        <p:cNvGrpSpPr/>
        <p:nvPr/>
      </p:nvGrpSpPr>
      <p:grpSpPr>
        <a:xfrm>
          <a:off x="0" y="0"/>
          <a:ext cx="0" cy="0"/>
          <a:chOff x="0" y="0"/>
          <a:chExt cx="0" cy="0"/>
        </a:xfrm>
      </p:grpSpPr>
      <p:sp>
        <p:nvSpPr>
          <p:cNvPr id="193" name="Google Shape;193;p22"/>
          <p:cNvSpPr/>
          <p:nvPr/>
        </p:nvSpPr>
        <p:spPr>
          <a:xfrm>
            <a:off x="-2397675" y="-14775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4" name="Google Shape;194;p22"/>
          <p:cNvPicPr preferRelativeResize="0"/>
          <p:nvPr/>
        </p:nvPicPr>
        <p:blipFill rotWithShape="1">
          <a:blip r:embed="rId2">
            <a:alphaModFix/>
          </a:blip>
          <a:srcRect l="15308" t="13971" r="16862"/>
          <a:stretch/>
        </p:blipFill>
        <p:spPr>
          <a:xfrm rot="-3988658">
            <a:off x="-1711863" y="-860584"/>
            <a:ext cx="7343501" cy="6036267"/>
          </a:xfrm>
          <a:prstGeom prst="rect">
            <a:avLst/>
          </a:prstGeom>
          <a:noFill/>
          <a:ln>
            <a:noFill/>
          </a:ln>
        </p:spPr>
      </p:pic>
      <p:sp>
        <p:nvSpPr>
          <p:cNvPr id="195" name="Google Shape;195;p22"/>
          <p:cNvSpPr txBox="1">
            <a:spLocks noGrp="1"/>
          </p:cNvSpPr>
          <p:nvPr>
            <p:ph type="ctrTitle"/>
          </p:nvPr>
        </p:nvSpPr>
        <p:spPr>
          <a:xfrm>
            <a:off x="3848190" y="542925"/>
            <a:ext cx="4186500" cy="839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b="1">
                <a:latin typeface="Phudu"/>
                <a:ea typeface="Phudu"/>
                <a:cs typeface="Phudu"/>
                <a:sym typeface="Phudu"/>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6" name="Google Shape;196;p22"/>
          <p:cNvSpPr txBox="1">
            <a:spLocks noGrp="1"/>
          </p:cNvSpPr>
          <p:nvPr>
            <p:ph type="subTitle" idx="1"/>
          </p:nvPr>
        </p:nvSpPr>
        <p:spPr>
          <a:xfrm>
            <a:off x="3848280" y="2124350"/>
            <a:ext cx="4186500" cy="1250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97" name="Google Shape;197;p22"/>
          <p:cNvSpPr/>
          <p:nvPr/>
        </p:nvSpPr>
        <p:spPr>
          <a:xfrm>
            <a:off x="7102450" y="5395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2"/>
          <p:cNvSpPr txBox="1"/>
          <p:nvPr/>
        </p:nvSpPr>
        <p:spPr>
          <a:xfrm>
            <a:off x="4552875" y="3375200"/>
            <a:ext cx="3481800" cy="7326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 sz="1200">
                <a:solidFill>
                  <a:schemeClr val="dk1"/>
                </a:solidFill>
                <a:latin typeface="Bai Jamjuree"/>
                <a:ea typeface="Bai Jamjuree"/>
                <a:cs typeface="Bai Jamjuree"/>
                <a:sym typeface="Bai Jamjuree"/>
              </a:rPr>
              <a:t>CREDITS: This presentation template was created by </a:t>
            </a:r>
            <a:r>
              <a:rPr lang="en" sz="1200" b="1">
                <a:solidFill>
                  <a:schemeClr val="dk1"/>
                </a:solidFill>
                <a:uFill>
                  <a:noFill/>
                </a:uFill>
                <a:latin typeface="Bai Jamjuree"/>
                <a:ea typeface="Bai Jamjuree"/>
                <a:cs typeface="Bai Jamjuree"/>
                <a:sym typeface="Bai Jamjuree"/>
                <a:hlinkClick r:id="rId3">
                  <a:extLst>
                    <a:ext uri="{A12FA001-AC4F-418D-AE19-62706E023703}">
                      <ahyp:hlinkClr xmlns:ahyp="http://schemas.microsoft.com/office/drawing/2018/hyperlinkcolor" val="tx"/>
                    </a:ext>
                  </a:extLst>
                </a:hlinkClick>
              </a:rPr>
              <a:t>Slidesgo</a:t>
            </a:r>
            <a:r>
              <a:rPr lang="en" sz="1200">
                <a:solidFill>
                  <a:schemeClr val="dk1"/>
                </a:solidFill>
                <a:latin typeface="Bai Jamjuree"/>
                <a:ea typeface="Bai Jamjuree"/>
                <a:cs typeface="Bai Jamjuree"/>
                <a:sym typeface="Bai Jamjuree"/>
              </a:rPr>
              <a:t>, including icons by </a:t>
            </a:r>
            <a:r>
              <a:rPr lang="en" sz="1200" b="1">
                <a:solidFill>
                  <a:schemeClr val="dk1"/>
                </a:solidFill>
                <a:uFill>
                  <a:noFill/>
                </a:uFill>
                <a:latin typeface="Bai Jamjuree"/>
                <a:ea typeface="Bai Jamjuree"/>
                <a:cs typeface="Bai Jamjuree"/>
                <a:sym typeface="Bai Jamjuree"/>
                <a:hlinkClick r:id="rId4">
                  <a:extLst>
                    <a:ext uri="{A12FA001-AC4F-418D-AE19-62706E023703}">
                      <ahyp:hlinkClr xmlns:ahyp="http://schemas.microsoft.com/office/drawing/2018/hyperlinkcolor" val="tx"/>
                    </a:ext>
                  </a:extLst>
                </a:hlinkClick>
              </a:rPr>
              <a:t>Flaticon</a:t>
            </a:r>
            <a:r>
              <a:rPr lang="en" sz="1200" b="1">
                <a:solidFill>
                  <a:schemeClr val="dk1"/>
                </a:solidFill>
                <a:latin typeface="Bai Jamjuree"/>
                <a:ea typeface="Bai Jamjuree"/>
                <a:cs typeface="Bai Jamjuree"/>
                <a:sym typeface="Bai Jamjuree"/>
              </a:rPr>
              <a:t> </a:t>
            </a:r>
            <a:r>
              <a:rPr lang="en" sz="1200">
                <a:solidFill>
                  <a:schemeClr val="dk1"/>
                </a:solidFill>
                <a:latin typeface="Bai Jamjuree"/>
                <a:ea typeface="Bai Jamjuree"/>
                <a:cs typeface="Bai Jamjuree"/>
                <a:sym typeface="Bai Jamjuree"/>
              </a:rPr>
              <a:t>and infographics &amp; images by </a:t>
            </a:r>
            <a:r>
              <a:rPr lang="en" sz="1200" b="1">
                <a:solidFill>
                  <a:schemeClr val="dk1"/>
                </a:solidFill>
                <a:uFill>
                  <a:noFill/>
                </a:uFill>
                <a:latin typeface="Bai Jamjuree"/>
                <a:ea typeface="Bai Jamjuree"/>
                <a:cs typeface="Bai Jamjuree"/>
                <a:sym typeface="Bai Jamjuree"/>
                <a:hlinkClick r:id="rId5">
                  <a:extLst>
                    <a:ext uri="{A12FA001-AC4F-418D-AE19-62706E023703}">
                      <ahyp:hlinkClr xmlns:ahyp="http://schemas.microsoft.com/office/drawing/2018/hyperlinkcolor" val="tx"/>
                    </a:ext>
                  </a:extLst>
                </a:hlinkClick>
              </a:rPr>
              <a:t>Freepik</a:t>
            </a:r>
            <a:endParaRPr sz="1200" b="1">
              <a:solidFill>
                <a:schemeClr val="dk1"/>
              </a:solidFill>
              <a:latin typeface="Bai Jamjuree"/>
              <a:ea typeface="Bai Jamjuree"/>
              <a:cs typeface="Bai Jamjuree"/>
              <a:sym typeface="Bai Jamjure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8">
    <p:bg>
      <p:bgPr>
        <a:gradFill>
          <a:gsLst>
            <a:gs pos="0">
              <a:schemeClr val="lt1"/>
            </a:gs>
            <a:gs pos="88000">
              <a:schemeClr val="dk2"/>
            </a:gs>
            <a:gs pos="100000">
              <a:schemeClr val="dk2"/>
            </a:gs>
          </a:gsLst>
          <a:lin ang="0" scaled="0"/>
        </a:gradFill>
        <a:effectLst/>
      </p:bgPr>
    </p:bg>
    <p:spTree>
      <p:nvGrpSpPr>
        <p:cNvPr id="1" name="Shape 199"/>
        <p:cNvGrpSpPr/>
        <p:nvPr/>
      </p:nvGrpSpPr>
      <p:grpSpPr>
        <a:xfrm>
          <a:off x="0" y="0"/>
          <a:ext cx="0" cy="0"/>
          <a:chOff x="0" y="0"/>
          <a:chExt cx="0" cy="0"/>
        </a:xfrm>
      </p:grpSpPr>
      <p:sp>
        <p:nvSpPr>
          <p:cNvPr id="200" name="Google Shape;200;p23"/>
          <p:cNvSpPr/>
          <p:nvPr/>
        </p:nvSpPr>
        <p:spPr>
          <a:xfrm rot="10800000" flipH="1">
            <a:off x="6702400" y="-24109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rot="10800000" flipH="1">
            <a:off x="-3273975" y="18730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2" name="Google Shape;202;p23"/>
          <p:cNvPicPr preferRelativeResize="0"/>
          <p:nvPr/>
        </p:nvPicPr>
        <p:blipFill rotWithShape="1">
          <a:blip r:embed="rId2">
            <a:alphaModFix/>
          </a:blip>
          <a:srcRect l="17259" t="62109" r="31066"/>
          <a:stretch/>
        </p:blipFill>
        <p:spPr>
          <a:xfrm rot="-4812664">
            <a:off x="-1935956" y="1167554"/>
            <a:ext cx="5594309" cy="2658618"/>
          </a:xfrm>
          <a:prstGeom prst="rect">
            <a:avLst/>
          </a:prstGeom>
          <a:noFill/>
          <a:ln>
            <a:noFill/>
          </a:ln>
        </p:spPr>
      </p:pic>
      <p:pic>
        <p:nvPicPr>
          <p:cNvPr id="203" name="Google Shape;203;p23"/>
          <p:cNvPicPr preferRelativeResize="0"/>
          <p:nvPr/>
        </p:nvPicPr>
        <p:blipFill rotWithShape="1">
          <a:blip r:embed="rId2">
            <a:alphaModFix/>
          </a:blip>
          <a:srcRect l="45984" t="64846" r="5514"/>
          <a:stretch/>
        </p:blipFill>
        <p:spPr>
          <a:xfrm rot="3319552" flipH="1">
            <a:off x="6042393" y="166233"/>
            <a:ext cx="5250689" cy="2466588"/>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8_1">
    <p:bg>
      <p:bgPr>
        <a:gradFill>
          <a:gsLst>
            <a:gs pos="0">
              <a:schemeClr val="lt1"/>
            </a:gs>
            <a:gs pos="88000">
              <a:schemeClr val="dk2"/>
            </a:gs>
            <a:gs pos="100000">
              <a:schemeClr val="dk2"/>
            </a:gs>
          </a:gsLst>
          <a:lin ang="10800025" scaled="0"/>
        </a:gradFill>
        <a:effectLst/>
      </p:bgPr>
    </p:bg>
    <p:spTree>
      <p:nvGrpSpPr>
        <p:cNvPr id="1" name="Shape 204"/>
        <p:cNvGrpSpPr/>
        <p:nvPr/>
      </p:nvGrpSpPr>
      <p:grpSpPr>
        <a:xfrm>
          <a:off x="0" y="0"/>
          <a:ext cx="0" cy="0"/>
          <a:chOff x="0" y="0"/>
          <a:chExt cx="0" cy="0"/>
        </a:xfrm>
      </p:grpSpPr>
      <p:sp>
        <p:nvSpPr>
          <p:cNvPr id="205" name="Google Shape;205;p24"/>
          <p:cNvSpPr/>
          <p:nvPr/>
        </p:nvSpPr>
        <p:spPr>
          <a:xfrm rot="10800000" flipH="1">
            <a:off x="6283300" y="24849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4"/>
          <p:cNvSpPr/>
          <p:nvPr/>
        </p:nvSpPr>
        <p:spPr>
          <a:xfrm rot="10800000" flipH="1">
            <a:off x="-2721525" y="-38420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24"/>
          <p:cNvPicPr preferRelativeResize="0"/>
          <p:nvPr/>
        </p:nvPicPr>
        <p:blipFill rotWithShape="1">
          <a:blip r:embed="rId2">
            <a:alphaModFix/>
          </a:blip>
          <a:srcRect l="42618" r="9694" b="68417"/>
          <a:stretch/>
        </p:blipFill>
        <p:spPr>
          <a:xfrm rot="5400000">
            <a:off x="-1492326" y="1454227"/>
            <a:ext cx="5162552" cy="2215999"/>
          </a:xfrm>
          <a:prstGeom prst="rect">
            <a:avLst/>
          </a:prstGeom>
          <a:noFill/>
          <a:ln>
            <a:noFill/>
          </a:ln>
        </p:spPr>
      </p:pic>
      <p:pic>
        <p:nvPicPr>
          <p:cNvPr id="208" name="Google Shape;208;p24"/>
          <p:cNvPicPr preferRelativeResize="0"/>
          <p:nvPr/>
        </p:nvPicPr>
        <p:blipFill rotWithShape="1">
          <a:blip r:embed="rId2">
            <a:alphaModFix/>
          </a:blip>
          <a:srcRect l="38049" t="62927" r="8965"/>
          <a:stretch/>
        </p:blipFill>
        <p:spPr>
          <a:xfrm rot="6445410">
            <a:off x="5682421" y="1508321"/>
            <a:ext cx="5736257" cy="260128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2">
  <p:cSld name="CUSTOM_8_1_1">
    <p:bg>
      <p:bgPr>
        <a:gradFill>
          <a:gsLst>
            <a:gs pos="0">
              <a:schemeClr val="dk2"/>
            </a:gs>
            <a:gs pos="49000">
              <a:schemeClr val="lt1"/>
            </a:gs>
            <a:gs pos="100000">
              <a:schemeClr val="dk2"/>
            </a:gs>
          </a:gsLst>
          <a:lin ang="0" scaled="0"/>
        </a:gradFill>
        <a:effectLst/>
      </p:bgPr>
    </p:bg>
    <p:spTree>
      <p:nvGrpSpPr>
        <p:cNvPr id="1" name="Shape 209"/>
        <p:cNvGrpSpPr/>
        <p:nvPr/>
      </p:nvGrpSpPr>
      <p:grpSpPr>
        <a:xfrm>
          <a:off x="0" y="0"/>
          <a:ext cx="0" cy="0"/>
          <a:chOff x="0" y="0"/>
          <a:chExt cx="0" cy="0"/>
        </a:xfrm>
      </p:grpSpPr>
      <p:sp>
        <p:nvSpPr>
          <p:cNvPr id="210" name="Google Shape;210;p25"/>
          <p:cNvSpPr/>
          <p:nvPr/>
        </p:nvSpPr>
        <p:spPr>
          <a:xfrm rot="10800000" flipH="1">
            <a:off x="-3698900" y="13609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5"/>
          <p:cNvSpPr/>
          <p:nvPr/>
        </p:nvSpPr>
        <p:spPr>
          <a:xfrm rot="10800000" flipH="1">
            <a:off x="6936825" y="15682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2" name="Google Shape;212;p25"/>
          <p:cNvPicPr preferRelativeResize="0"/>
          <p:nvPr/>
        </p:nvPicPr>
        <p:blipFill rotWithShape="1">
          <a:blip r:embed="rId2">
            <a:alphaModFix/>
          </a:blip>
          <a:srcRect l="25011" t="41290" r="11037"/>
          <a:stretch/>
        </p:blipFill>
        <p:spPr>
          <a:xfrm rot="-7260127" flipH="1">
            <a:off x="-2227256" y="1213423"/>
            <a:ext cx="6923185" cy="4119356"/>
          </a:xfrm>
          <a:prstGeom prst="rect">
            <a:avLst/>
          </a:prstGeom>
          <a:noFill/>
          <a:ln>
            <a:noFill/>
          </a:ln>
        </p:spPr>
      </p:pic>
      <p:pic>
        <p:nvPicPr>
          <p:cNvPr id="213" name="Google Shape;213;p25"/>
          <p:cNvPicPr preferRelativeResize="0"/>
          <p:nvPr/>
        </p:nvPicPr>
        <p:blipFill rotWithShape="1">
          <a:blip r:embed="rId2">
            <a:alphaModFix/>
          </a:blip>
          <a:srcRect r="50685" b="45690"/>
          <a:stretch/>
        </p:blipFill>
        <p:spPr>
          <a:xfrm rot="-8577384" flipH="1">
            <a:off x="5474805" y="-314264"/>
            <a:ext cx="5338664" cy="38105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50"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1pPr>
            <a:lvl2pPr lvl="1">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2pPr>
            <a:lvl3pPr lvl="2">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3pPr>
            <a:lvl4pPr lvl="3">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4pPr>
            <a:lvl5pPr lvl="4">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5pPr>
            <a:lvl6pPr lvl="5">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6pPr>
            <a:lvl7pPr lvl="6">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7pPr>
            <a:lvl8pPr lvl="7">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8pPr>
            <a:lvl9pPr lvl="8">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1pPr>
            <a:lvl2pPr marL="914400" lvl="1"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2pPr>
            <a:lvl3pPr marL="1371600" lvl="2"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3pPr>
            <a:lvl4pPr marL="1828800" lvl="3"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4pPr>
            <a:lvl5pPr marL="2286000" lvl="4"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5pPr>
            <a:lvl6pPr marL="2743200" lvl="5"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6pPr>
            <a:lvl7pPr marL="3200400" lvl="6"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7pPr>
            <a:lvl8pPr marL="3657600" lvl="7"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8pPr>
            <a:lvl9pPr marL="4114800" lvl="8"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5" r:id="rId14"/>
    <p:sldLayoutId id="2147483666" r:id="rId15"/>
    <p:sldLayoutId id="2147483667" r:id="rId16"/>
    <p:sldLayoutId id="2147483668" r:id="rId17"/>
    <p:sldLayoutId id="2147483669" r:id="rId18"/>
    <p:sldLayoutId id="2147483670" r:id="rId19"/>
    <p:sldLayoutId id="214748367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9000">
              <a:schemeClr val="lt1"/>
            </a:gs>
            <a:gs pos="82000">
              <a:schemeClr val="lt1"/>
            </a:gs>
            <a:gs pos="100000">
              <a:srgbClr val="7D0000"/>
            </a:gs>
          </a:gsLst>
          <a:lin ang="0" scaled="0"/>
        </a:gradFill>
        <a:effectLst/>
      </p:bgPr>
    </p:bg>
    <p:spTree>
      <p:nvGrpSpPr>
        <p:cNvPr id="1" name="Shape 223"/>
        <p:cNvGrpSpPr/>
        <p:nvPr/>
      </p:nvGrpSpPr>
      <p:grpSpPr>
        <a:xfrm>
          <a:off x="0" y="0"/>
          <a:ext cx="0" cy="0"/>
          <a:chOff x="0" y="0"/>
          <a:chExt cx="0" cy="0"/>
        </a:xfrm>
      </p:grpSpPr>
      <p:pic>
        <p:nvPicPr>
          <p:cNvPr id="224" name="Google Shape;224;p29"/>
          <p:cNvPicPr preferRelativeResize="0"/>
          <p:nvPr/>
        </p:nvPicPr>
        <p:blipFill rotWithShape="1">
          <a:blip r:embed="rId3">
            <a:alphaModFix/>
          </a:blip>
          <a:srcRect l="37412" t="1598" r="14872" b="57940"/>
          <a:stretch/>
        </p:blipFill>
        <p:spPr>
          <a:xfrm rot="-5400000">
            <a:off x="5141662" y="1170462"/>
            <a:ext cx="5165476" cy="2839200"/>
          </a:xfrm>
          <a:prstGeom prst="rect">
            <a:avLst/>
          </a:prstGeom>
          <a:noFill/>
          <a:ln>
            <a:noFill/>
          </a:ln>
        </p:spPr>
      </p:pic>
      <p:sp>
        <p:nvSpPr>
          <p:cNvPr id="225" name="Google Shape;225;p29"/>
          <p:cNvSpPr txBox="1">
            <a:spLocks noGrp="1"/>
          </p:cNvSpPr>
          <p:nvPr>
            <p:ph type="ctrTitle"/>
          </p:nvPr>
        </p:nvSpPr>
        <p:spPr>
          <a:xfrm>
            <a:off x="713225" y="1364775"/>
            <a:ext cx="5698200" cy="258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ERASMUS HARDGAINERS </a:t>
            </a:r>
            <a:r>
              <a:rPr lang="en" dirty="0">
                <a:solidFill>
                  <a:schemeClr val="accent1"/>
                </a:solidFill>
              </a:rPr>
              <a:t>RECEPIES Project</a:t>
            </a:r>
            <a:endParaRPr dirty="0">
              <a:solidFill>
                <a:schemeClr val="accent1"/>
              </a:solidFill>
            </a:endParaRPr>
          </a:p>
        </p:txBody>
      </p:sp>
      <p:sp>
        <p:nvSpPr>
          <p:cNvPr id="226" name="Google Shape;226;p29"/>
          <p:cNvSpPr txBox="1">
            <a:spLocks noGrp="1"/>
          </p:cNvSpPr>
          <p:nvPr>
            <p:ph type="subTitle" idx="1"/>
          </p:nvPr>
        </p:nvSpPr>
        <p:spPr>
          <a:xfrm>
            <a:off x="713225" y="4036950"/>
            <a:ext cx="5698200" cy="4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Amedeo </a:t>
            </a:r>
            <a:r>
              <a:rPr lang="en" dirty="0" err="1"/>
              <a:t>Carraro</a:t>
            </a:r>
            <a:r>
              <a:rPr lang="en" dirty="0"/>
              <a:t>, Aidan </a:t>
            </a:r>
            <a:r>
              <a:rPr lang="en" dirty="0" err="1"/>
              <a:t>Guskov</a:t>
            </a:r>
            <a:r>
              <a:rPr lang="en" dirty="0"/>
              <a:t>, Matteo </a:t>
            </a:r>
            <a:r>
              <a:rPr lang="en" dirty="0" err="1"/>
              <a:t>Rambaldi</a:t>
            </a:r>
            <a:endParaRPr dirty="0"/>
          </a:p>
        </p:txBody>
      </p:sp>
      <p:pic>
        <p:nvPicPr>
          <p:cNvPr id="3" name="Picture 2">
            <a:extLst>
              <a:ext uri="{FF2B5EF4-FFF2-40B4-BE49-F238E27FC236}">
                <a16:creationId xmlns:a16="http://schemas.microsoft.com/office/drawing/2014/main" id="{556EB31E-C795-8B6B-EB91-5E185F83218A}"/>
              </a:ext>
            </a:extLst>
          </p:cNvPr>
          <p:cNvPicPr>
            <a:picLocks noChangeAspect="1"/>
          </p:cNvPicPr>
          <p:nvPr/>
        </p:nvPicPr>
        <p:blipFill rotWithShape="1">
          <a:blip r:embed="rId4"/>
          <a:srcRect t="33620" b="33289"/>
          <a:stretch/>
        </p:blipFill>
        <p:spPr>
          <a:xfrm>
            <a:off x="3694907" y="693644"/>
            <a:ext cx="1754186" cy="5795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241" name="Google Shape;241;p31"/>
          <p:cNvSpPr txBox="1">
            <a:spLocks noGrp="1"/>
          </p:cNvSpPr>
          <p:nvPr>
            <p:ph type="title" idx="2"/>
          </p:nvPr>
        </p:nvSpPr>
        <p:spPr>
          <a:xfrm>
            <a:off x="720000" y="1499925"/>
            <a:ext cx="2199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242" name="Google Shape;242;p31"/>
          <p:cNvSpPr txBox="1">
            <a:spLocks noGrp="1"/>
          </p:cNvSpPr>
          <p:nvPr>
            <p:ph type="title" idx="3"/>
          </p:nvPr>
        </p:nvSpPr>
        <p:spPr>
          <a:xfrm>
            <a:off x="720000" y="3085746"/>
            <a:ext cx="2199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243" name="Google Shape;243;p31"/>
          <p:cNvSpPr txBox="1">
            <a:spLocks noGrp="1"/>
          </p:cNvSpPr>
          <p:nvPr>
            <p:ph type="title" idx="4"/>
          </p:nvPr>
        </p:nvSpPr>
        <p:spPr>
          <a:xfrm>
            <a:off x="3470100" y="1499925"/>
            <a:ext cx="2203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244" name="Google Shape;244;p31"/>
          <p:cNvSpPr txBox="1">
            <a:spLocks noGrp="1"/>
          </p:cNvSpPr>
          <p:nvPr>
            <p:ph type="title" idx="5"/>
          </p:nvPr>
        </p:nvSpPr>
        <p:spPr>
          <a:xfrm>
            <a:off x="3470100" y="3085749"/>
            <a:ext cx="2203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245" name="Google Shape;245;p31"/>
          <p:cNvSpPr txBox="1">
            <a:spLocks noGrp="1"/>
          </p:cNvSpPr>
          <p:nvPr>
            <p:ph type="title" idx="6"/>
          </p:nvPr>
        </p:nvSpPr>
        <p:spPr>
          <a:xfrm>
            <a:off x="6224400" y="1499925"/>
            <a:ext cx="2199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246" name="Google Shape;246;p31"/>
          <p:cNvSpPr txBox="1">
            <a:spLocks noGrp="1"/>
          </p:cNvSpPr>
          <p:nvPr>
            <p:ph type="title" idx="7"/>
          </p:nvPr>
        </p:nvSpPr>
        <p:spPr>
          <a:xfrm>
            <a:off x="6224400" y="3085746"/>
            <a:ext cx="2199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247" name="Google Shape;247;p31"/>
          <p:cNvSpPr txBox="1">
            <a:spLocks noGrp="1"/>
          </p:cNvSpPr>
          <p:nvPr>
            <p:ph type="subTitle" idx="1"/>
          </p:nvPr>
        </p:nvSpPr>
        <p:spPr>
          <a:xfrm>
            <a:off x="720000" y="1911400"/>
            <a:ext cx="22038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OUR TEAM</a:t>
            </a:r>
            <a:endParaRPr dirty="0"/>
          </a:p>
        </p:txBody>
      </p:sp>
      <p:sp>
        <p:nvSpPr>
          <p:cNvPr id="248" name="Google Shape;248;p31"/>
          <p:cNvSpPr txBox="1">
            <a:spLocks noGrp="1"/>
          </p:cNvSpPr>
          <p:nvPr>
            <p:ph type="subTitle" idx="8"/>
          </p:nvPr>
        </p:nvSpPr>
        <p:spPr>
          <a:xfrm>
            <a:off x="3470100" y="1911400"/>
            <a:ext cx="21996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249" name="Google Shape;249;p31"/>
          <p:cNvSpPr txBox="1">
            <a:spLocks noGrp="1"/>
          </p:cNvSpPr>
          <p:nvPr>
            <p:ph type="subTitle" idx="9"/>
          </p:nvPr>
        </p:nvSpPr>
        <p:spPr>
          <a:xfrm>
            <a:off x="6220200" y="1911400"/>
            <a:ext cx="22038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PROJECT IMPLEMENTATION</a:t>
            </a:r>
            <a:endParaRPr dirty="0"/>
          </a:p>
        </p:txBody>
      </p:sp>
      <p:sp>
        <p:nvSpPr>
          <p:cNvPr id="250" name="Google Shape;250;p31"/>
          <p:cNvSpPr txBox="1">
            <a:spLocks noGrp="1"/>
          </p:cNvSpPr>
          <p:nvPr>
            <p:ph type="subTitle" idx="13"/>
          </p:nvPr>
        </p:nvSpPr>
        <p:spPr>
          <a:xfrm>
            <a:off x="720000" y="3497275"/>
            <a:ext cx="22038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EVALUATION AND VISUALIZATION</a:t>
            </a:r>
            <a:endParaRPr dirty="0"/>
          </a:p>
        </p:txBody>
      </p:sp>
      <p:sp>
        <p:nvSpPr>
          <p:cNvPr id="251" name="Google Shape;251;p31"/>
          <p:cNvSpPr txBox="1">
            <a:spLocks noGrp="1"/>
          </p:cNvSpPr>
          <p:nvPr>
            <p:ph type="subTitle" idx="14"/>
          </p:nvPr>
        </p:nvSpPr>
        <p:spPr>
          <a:xfrm>
            <a:off x="3470100" y="3497275"/>
            <a:ext cx="21996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WORK</a:t>
            </a:r>
            <a:endParaRPr dirty="0"/>
          </a:p>
        </p:txBody>
      </p:sp>
      <p:sp>
        <p:nvSpPr>
          <p:cNvPr id="252" name="Google Shape;252;p31"/>
          <p:cNvSpPr txBox="1">
            <a:spLocks noGrp="1"/>
          </p:cNvSpPr>
          <p:nvPr>
            <p:ph type="subTitle" idx="15"/>
          </p:nvPr>
        </p:nvSpPr>
        <p:spPr>
          <a:xfrm>
            <a:off x="6220200" y="3497275"/>
            <a:ext cx="22038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63"/>
        <p:cNvGrpSpPr/>
        <p:nvPr/>
      </p:nvGrpSpPr>
      <p:grpSpPr>
        <a:xfrm>
          <a:off x="0" y="0"/>
          <a:ext cx="0" cy="0"/>
          <a:chOff x="0" y="0"/>
          <a:chExt cx="0" cy="0"/>
        </a:xfrm>
      </p:grpSpPr>
      <p:pic>
        <p:nvPicPr>
          <p:cNvPr id="264" name="Google Shape;264;p33"/>
          <p:cNvPicPr preferRelativeResize="0"/>
          <p:nvPr/>
        </p:nvPicPr>
        <p:blipFill rotWithShape="1">
          <a:blip r:embed="rId3">
            <a:alphaModFix/>
          </a:blip>
          <a:srcRect l="28908" t="43493" r="17025"/>
          <a:stretch/>
        </p:blipFill>
        <p:spPr>
          <a:xfrm rot="-4812664">
            <a:off x="-1424811" y="518428"/>
            <a:ext cx="5853222" cy="3964969"/>
          </a:xfrm>
          <a:prstGeom prst="rect">
            <a:avLst/>
          </a:prstGeom>
          <a:noFill/>
          <a:ln>
            <a:noFill/>
          </a:ln>
        </p:spPr>
      </p:pic>
      <p:sp>
        <p:nvSpPr>
          <p:cNvPr id="265" name="Google Shape;265;p33"/>
          <p:cNvSpPr txBox="1">
            <a:spLocks noGrp="1"/>
          </p:cNvSpPr>
          <p:nvPr>
            <p:ph type="title"/>
          </p:nvPr>
        </p:nvSpPr>
        <p:spPr>
          <a:xfrm>
            <a:off x="4500000" y="2420913"/>
            <a:ext cx="391560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OUR TEAM</a:t>
            </a:r>
            <a:endParaRPr dirty="0"/>
          </a:p>
        </p:txBody>
      </p:sp>
      <p:pic>
        <p:nvPicPr>
          <p:cNvPr id="266" name="Google Shape;266;p33"/>
          <p:cNvPicPr preferRelativeResize="0">
            <a:picLocks noGrp="1"/>
          </p:cNvPicPr>
          <p:nvPr>
            <p:ph type="pic" idx="3"/>
          </p:nvPr>
        </p:nvPicPr>
        <p:blipFill>
          <a:blip r:embed="rId4"/>
          <a:srcRect l="11048" r="11048"/>
          <a:stretch/>
        </p:blipFill>
        <p:spPr>
          <a:xfrm>
            <a:off x="713220" y="974850"/>
            <a:ext cx="3189900" cy="3193800"/>
          </a:xfrm>
          <a:prstGeom prst="ellipse">
            <a:avLst/>
          </a:prstGeom>
        </p:spPr>
      </p:pic>
      <p:sp>
        <p:nvSpPr>
          <p:cNvPr id="267" name="Google Shape;267;p33"/>
          <p:cNvSpPr txBox="1">
            <a:spLocks noGrp="1"/>
          </p:cNvSpPr>
          <p:nvPr>
            <p:ph type="title" idx="2"/>
          </p:nvPr>
        </p:nvSpPr>
        <p:spPr>
          <a:xfrm>
            <a:off x="4500000" y="1095976"/>
            <a:ext cx="25080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71"/>
        <p:cNvGrpSpPr/>
        <p:nvPr/>
      </p:nvGrpSpPr>
      <p:grpSpPr>
        <a:xfrm>
          <a:off x="0" y="0"/>
          <a:ext cx="0" cy="0"/>
          <a:chOff x="0" y="0"/>
          <a:chExt cx="0" cy="0"/>
        </a:xfrm>
      </p:grpSpPr>
      <p:pic>
        <p:nvPicPr>
          <p:cNvPr id="272" name="Google Shape;272;p34"/>
          <p:cNvPicPr preferRelativeResize="0"/>
          <p:nvPr/>
        </p:nvPicPr>
        <p:blipFill rotWithShape="1">
          <a:blip r:embed="rId3">
            <a:alphaModFix/>
          </a:blip>
          <a:srcRect r="46167" b="58830"/>
          <a:stretch/>
        </p:blipFill>
        <p:spPr>
          <a:xfrm rot="-9899997" flipH="1">
            <a:off x="3809697" y="-639041"/>
            <a:ext cx="5827977" cy="2888634"/>
          </a:xfrm>
          <a:prstGeom prst="rect">
            <a:avLst/>
          </a:prstGeom>
          <a:noFill/>
          <a:ln>
            <a:noFill/>
          </a:ln>
        </p:spPr>
      </p:pic>
      <p:sp>
        <p:nvSpPr>
          <p:cNvPr id="273" name="Google Shape;273;p34"/>
          <p:cNvSpPr txBox="1">
            <a:spLocks noGrp="1"/>
          </p:cNvSpPr>
          <p:nvPr>
            <p:ph type="subTitle" idx="4"/>
          </p:nvPr>
        </p:nvSpPr>
        <p:spPr>
          <a:xfrm>
            <a:off x="4975276" y="3150599"/>
            <a:ext cx="2505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MATTEO RAMBALDI</a:t>
            </a:r>
            <a:endParaRPr dirty="0"/>
          </a:p>
        </p:txBody>
      </p:sp>
      <p:sp>
        <p:nvSpPr>
          <p:cNvPr id="274" name="Google Shape;274;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a:t>
            </a:r>
            <a:r>
              <a:rPr lang="en" dirty="0" err="1"/>
              <a:t>ur</a:t>
            </a:r>
            <a:r>
              <a:rPr lang="en" dirty="0"/>
              <a:t> team</a:t>
            </a:r>
            <a:endParaRPr dirty="0"/>
          </a:p>
        </p:txBody>
      </p:sp>
      <p:sp>
        <p:nvSpPr>
          <p:cNvPr id="275" name="Google Shape;275;p34"/>
          <p:cNvSpPr txBox="1">
            <a:spLocks noGrp="1"/>
          </p:cNvSpPr>
          <p:nvPr>
            <p:ph type="subTitle" idx="1"/>
          </p:nvPr>
        </p:nvSpPr>
        <p:spPr>
          <a:xfrm>
            <a:off x="5018171" y="3576769"/>
            <a:ext cx="2505600" cy="9084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Master in Artificial Intelligence and Robotics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University of Padua, Italy</a:t>
            </a:r>
            <a:endParaRPr dirty="0"/>
          </a:p>
        </p:txBody>
      </p:sp>
      <p:sp>
        <p:nvSpPr>
          <p:cNvPr id="276" name="Google Shape;276;p34"/>
          <p:cNvSpPr txBox="1">
            <a:spLocks noGrp="1"/>
          </p:cNvSpPr>
          <p:nvPr>
            <p:ph type="subTitle" idx="2"/>
          </p:nvPr>
        </p:nvSpPr>
        <p:spPr>
          <a:xfrm>
            <a:off x="1811337" y="3576769"/>
            <a:ext cx="2505600" cy="9865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Master in Mechanical Engineering and Business Administration</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RWTH Aachen University, Germany</a:t>
            </a:r>
            <a:endParaRPr dirty="0"/>
          </a:p>
        </p:txBody>
      </p:sp>
      <p:sp>
        <p:nvSpPr>
          <p:cNvPr id="277" name="Google Shape;277;p34"/>
          <p:cNvSpPr txBox="1">
            <a:spLocks noGrp="1"/>
          </p:cNvSpPr>
          <p:nvPr>
            <p:ph type="subTitle" idx="3"/>
          </p:nvPr>
        </p:nvSpPr>
        <p:spPr>
          <a:xfrm>
            <a:off x="1811337" y="3156872"/>
            <a:ext cx="2505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err="1"/>
              <a:t>AIDaN</a:t>
            </a:r>
            <a:r>
              <a:rPr lang="en" dirty="0"/>
              <a:t> GUSKOV</a:t>
            </a:r>
            <a:endParaRPr dirty="0"/>
          </a:p>
        </p:txBody>
      </p:sp>
      <p:pic>
        <p:nvPicPr>
          <p:cNvPr id="282" name="Google Shape;282;p34"/>
          <p:cNvPicPr preferRelativeResize="0"/>
          <p:nvPr/>
        </p:nvPicPr>
        <p:blipFill rotWithShape="1">
          <a:blip r:embed="rId3">
            <a:alphaModFix/>
          </a:blip>
          <a:srcRect l="81081" b="47011"/>
          <a:stretch/>
        </p:blipFill>
        <p:spPr>
          <a:xfrm rot="8338326" flipH="1">
            <a:off x="-598467" y="2287165"/>
            <a:ext cx="2048071" cy="3718079"/>
          </a:xfrm>
          <a:prstGeom prst="rect">
            <a:avLst/>
          </a:prstGeom>
          <a:noFill/>
          <a:ln>
            <a:noFill/>
          </a:ln>
        </p:spPr>
      </p:pic>
      <p:sp>
        <p:nvSpPr>
          <p:cNvPr id="2" name="Google Shape;9145;p63">
            <a:extLst>
              <a:ext uri="{FF2B5EF4-FFF2-40B4-BE49-F238E27FC236}">
                <a16:creationId xmlns:a16="http://schemas.microsoft.com/office/drawing/2014/main" id="{F8D454F9-47A1-BF23-5677-2BFCB1A75304}"/>
              </a:ext>
            </a:extLst>
          </p:cNvPr>
          <p:cNvSpPr/>
          <p:nvPr/>
        </p:nvSpPr>
        <p:spPr>
          <a:xfrm>
            <a:off x="4364015" y="2571750"/>
            <a:ext cx="415966" cy="417057"/>
          </a:xfrm>
          <a:custGeom>
            <a:avLst/>
            <a:gdLst/>
            <a:ahLst/>
            <a:cxnLst/>
            <a:rect l="l" t="t" r="r" b="b"/>
            <a:pathLst>
              <a:path w="11815" h="11846" extrusionOk="0">
                <a:moveTo>
                  <a:pt x="5829" y="693"/>
                </a:moveTo>
                <a:cubicBezTo>
                  <a:pt x="6238" y="693"/>
                  <a:pt x="6553" y="1008"/>
                  <a:pt x="6553" y="1418"/>
                </a:cubicBezTo>
                <a:cubicBezTo>
                  <a:pt x="6553" y="1796"/>
                  <a:pt x="6238" y="2111"/>
                  <a:pt x="5829" y="2111"/>
                </a:cubicBezTo>
                <a:cubicBezTo>
                  <a:pt x="5451" y="2111"/>
                  <a:pt x="5136" y="1796"/>
                  <a:pt x="5136" y="1418"/>
                </a:cubicBezTo>
                <a:cubicBezTo>
                  <a:pt x="5136" y="1008"/>
                  <a:pt x="5482" y="693"/>
                  <a:pt x="5829" y="693"/>
                </a:cubicBezTo>
                <a:close/>
                <a:moveTo>
                  <a:pt x="5829" y="2773"/>
                </a:moveTo>
                <a:cubicBezTo>
                  <a:pt x="6774" y="2773"/>
                  <a:pt x="7562" y="3560"/>
                  <a:pt x="7562" y="4568"/>
                </a:cubicBezTo>
                <a:lnTo>
                  <a:pt x="7562" y="4915"/>
                </a:lnTo>
                <a:lnTo>
                  <a:pt x="4096" y="4915"/>
                </a:lnTo>
                <a:lnTo>
                  <a:pt x="4096" y="4568"/>
                </a:lnTo>
                <a:cubicBezTo>
                  <a:pt x="4096" y="3560"/>
                  <a:pt x="4884" y="2773"/>
                  <a:pt x="5829" y="2773"/>
                </a:cubicBezTo>
                <a:close/>
                <a:moveTo>
                  <a:pt x="2363" y="6963"/>
                </a:moveTo>
                <a:cubicBezTo>
                  <a:pt x="2773" y="6963"/>
                  <a:pt x="3088" y="7278"/>
                  <a:pt x="3088" y="7656"/>
                </a:cubicBezTo>
                <a:cubicBezTo>
                  <a:pt x="3088" y="8065"/>
                  <a:pt x="2773" y="8380"/>
                  <a:pt x="2363" y="8380"/>
                </a:cubicBezTo>
                <a:cubicBezTo>
                  <a:pt x="1985" y="8380"/>
                  <a:pt x="1670" y="8065"/>
                  <a:pt x="1670" y="7656"/>
                </a:cubicBezTo>
                <a:cubicBezTo>
                  <a:pt x="1670" y="7278"/>
                  <a:pt x="1985" y="6963"/>
                  <a:pt x="2363" y="6963"/>
                </a:cubicBezTo>
                <a:close/>
                <a:moveTo>
                  <a:pt x="9357" y="6963"/>
                </a:moveTo>
                <a:cubicBezTo>
                  <a:pt x="9735" y="6963"/>
                  <a:pt x="10050" y="7278"/>
                  <a:pt x="10050" y="7656"/>
                </a:cubicBezTo>
                <a:cubicBezTo>
                  <a:pt x="10050" y="8065"/>
                  <a:pt x="9735" y="8380"/>
                  <a:pt x="9357" y="8380"/>
                </a:cubicBezTo>
                <a:cubicBezTo>
                  <a:pt x="8948" y="8380"/>
                  <a:pt x="8633" y="8065"/>
                  <a:pt x="8633" y="7656"/>
                </a:cubicBezTo>
                <a:cubicBezTo>
                  <a:pt x="8633" y="7278"/>
                  <a:pt x="8948" y="6963"/>
                  <a:pt x="9357" y="6963"/>
                </a:cubicBezTo>
                <a:close/>
                <a:moveTo>
                  <a:pt x="2363" y="9042"/>
                </a:moveTo>
                <a:cubicBezTo>
                  <a:pt x="3308" y="9042"/>
                  <a:pt x="4096" y="9830"/>
                  <a:pt x="4096" y="10806"/>
                </a:cubicBezTo>
                <a:lnTo>
                  <a:pt x="4096" y="11184"/>
                </a:lnTo>
                <a:lnTo>
                  <a:pt x="630" y="11184"/>
                </a:lnTo>
                <a:lnTo>
                  <a:pt x="630" y="10806"/>
                </a:lnTo>
                <a:cubicBezTo>
                  <a:pt x="630" y="9830"/>
                  <a:pt x="1418" y="9042"/>
                  <a:pt x="2363" y="9042"/>
                </a:cubicBezTo>
                <a:close/>
                <a:moveTo>
                  <a:pt x="9357" y="9042"/>
                </a:moveTo>
                <a:cubicBezTo>
                  <a:pt x="10302" y="9042"/>
                  <a:pt x="11090" y="9830"/>
                  <a:pt x="11090" y="10806"/>
                </a:cubicBezTo>
                <a:lnTo>
                  <a:pt x="11090" y="11184"/>
                </a:lnTo>
                <a:lnTo>
                  <a:pt x="7625" y="11184"/>
                </a:lnTo>
                <a:lnTo>
                  <a:pt x="7625" y="10806"/>
                </a:lnTo>
                <a:cubicBezTo>
                  <a:pt x="7625" y="9830"/>
                  <a:pt x="8412" y="9042"/>
                  <a:pt x="9357" y="9042"/>
                </a:cubicBezTo>
                <a:close/>
                <a:moveTo>
                  <a:pt x="5892" y="0"/>
                </a:moveTo>
                <a:cubicBezTo>
                  <a:pt x="5136" y="0"/>
                  <a:pt x="4506" y="630"/>
                  <a:pt x="4506" y="1355"/>
                </a:cubicBezTo>
                <a:cubicBezTo>
                  <a:pt x="4506" y="1733"/>
                  <a:pt x="4632" y="2016"/>
                  <a:pt x="4852" y="2300"/>
                </a:cubicBezTo>
                <a:cubicBezTo>
                  <a:pt x="4033" y="2710"/>
                  <a:pt x="3466" y="3529"/>
                  <a:pt x="3466" y="4505"/>
                </a:cubicBezTo>
                <a:lnTo>
                  <a:pt x="3466" y="5230"/>
                </a:lnTo>
                <a:cubicBezTo>
                  <a:pt x="3466" y="5419"/>
                  <a:pt x="3623" y="5577"/>
                  <a:pt x="3844" y="5577"/>
                </a:cubicBezTo>
                <a:lnTo>
                  <a:pt x="5577" y="5577"/>
                </a:lnTo>
                <a:lnTo>
                  <a:pt x="5577" y="7152"/>
                </a:lnTo>
                <a:lnTo>
                  <a:pt x="3875" y="8822"/>
                </a:lnTo>
                <a:cubicBezTo>
                  <a:pt x="3749" y="8696"/>
                  <a:pt x="3592" y="8601"/>
                  <a:pt x="3434" y="8569"/>
                </a:cubicBezTo>
                <a:cubicBezTo>
                  <a:pt x="3686" y="8349"/>
                  <a:pt x="3781" y="8034"/>
                  <a:pt x="3781" y="7624"/>
                </a:cubicBezTo>
                <a:cubicBezTo>
                  <a:pt x="3781" y="6868"/>
                  <a:pt x="3151" y="6238"/>
                  <a:pt x="2426" y="6238"/>
                </a:cubicBezTo>
                <a:cubicBezTo>
                  <a:pt x="1670" y="6238"/>
                  <a:pt x="1040" y="6868"/>
                  <a:pt x="1040" y="7624"/>
                </a:cubicBezTo>
                <a:cubicBezTo>
                  <a:pt x="1040" y="7971"/>
                  <a:pt x="1166" y="8286"/>
                  <a:pt x="1387" y="8569"/>
                </a:cubicBezTo>
                <a:cubicBezTo>
                  <a:pt x="567" y="8979"/>
                  <a:pt x="0" y="9798"/>
                  <a:pt x="0" y="10775"/>
                </a:cubicBezTo>
                <a:lnTo>
                  <a:pt x="0" y="11499"/>
                </a:lnTo>
                <a:cubicBezTo>
                  <a:pt x="0" y="11688"/>
                  <a:pt x="158" y="11846"/>
                  <a:pt x="378" y="11846"/>
                </a:cubicBezTo>
                <a:lnTo>
                  <a:pt x="4474" y="11846"/>
                </a:lnTo>
                <a:cubicBezTo>
                  <a:pt x="4663" y="11846"/>
                  <a:pt x="4821" y="11688"/>
                  <a:pt x="4821" y="11499"/>
                </a:cubicBezTo>
                <a:lnTo>
                  <a:pt x="4821" y="10775"/>
                </a:lnTo>
                <a:cubicBezTo>
                  <a:pt x="4821" y="10239"/>
                  <a:pt x="4632" y="9704"/>
                  <a:pt x="4348" y="9326"/>
                </a:cubicBezTo>
                <a:lnTo>
                  <a:pt x="5860" y="7782"/>
                </a:lnTo>
                <a:lnTo>
                  <a:pt x="7404" y="9326"/>
                </a:lnTo>
                <a:cubicBezTo>
                  <a:pt x="7089" y="9704"/>
                  <a:pt x="6931" y="10239"/>
                  <a:pt x="6931" y="10775"/>
                </a:cubicBezTo>
                <a:lnTo>
                  <a:pt x="6931" y="11499"/>
                </a:lnTo>
                <a:cubicBezTo>
                  <a:pt x="6931" y="11688"/>
                  <a:pt x="7089" y="11846"/>
                  <a:pt x="7309" y="11846"/>
                </a:cubicBezTo>
                <a:lnTo>
                  <a:pt x="11468" y="11846"/>
                </a:lnTo>
                <a:cubicBezTo>
                  <a:pt x="11657" y="11846"/>
                  <a:pt x="11815" y="11688"/>
                  <a:pt x="11815" y="11499"/>
                </a:cubicBezTo>
                <a:lnTo>
                  <a:pt x="11815" y="10775"/>
                </a:lnTo>
                <a:cubicBezTo>
                  <a:pt x="11783" y="9830"/>
                  <a:pt x="11185" y="8979"/>
                  <a:pt x="10365" y="8569"/>
                </a:cubicBezTo>
                <a:cubicBezTo>
                  <a:pt x="10586" y="8349"/>
                  <a:pt x="10712" y="8034"/>
                  <a:pt x="10712" y="7624"/>
                </a:cubicBezTo>
                <a:cubicBezTo>
                  <a:pt x="10712" y="6868"/>
                  <a:pt x="10082" y="6238"/>
                  <a:pt x="9357" y="6238"/>
                </a:cubicBezTo>
                <a:cubicBezTo>
                  <a:pt x="8601" y="6238"/>
                  <a:pt x="7971" y="6868"/>
                  <a:pt x="7971" y="7624"/>
                </a:cubicBezTo>
                <a:cubicBezTo>
                  <a:pt x="7971" y="7971"/>
                  <a:pt x="8097" y="8286"/>
                  <a:pt x="8318" y="8569"/>
                </a:cubicBezTo>
                <a:cubicBezTo>
                  <a:pt x="8160" y="8664"/>
                  <a:pt x="8034" y="8727"/>
                  <a:pt x="7877" y="8822"/>
                </a:cubicBezTo>
                <a:lnTo>
                  <a:pt x="6207" y="7152"/>
                </a:lnTo>
                <a:lnTo>
                  <a:pt x="6207" y="5577"/>
                </a:lnTo>
                <a:lnTo>
                  <a:pt x="7940" y="5577"/>
                </a:lnTo>
                <a:cubicBezTo>
                  <a:pt x="8129" y="5577"/>
                  <a:pt x="8286" y="5419"/>
                  <a:pt x="8286" y="5230"/>
                </a:cubicBezTo>
                <a:lnTo>
                  <a:pt x="8286" y="4505"/>
                </a:lnTo>
                <a:cubicBezTo>
                  <a:pt x="8286" y="3529"/>
                  <a:pt x="7688" y="2710"/>
                  <a:pt x="6900" y="2300"/>
                </a:cubicBezTo>
                <a:cubicBezTo>
                  <a:pt x="7152" y="2080"/>
                  <a:pt x="7246" y="1764"/>
                  <a:pt x="7246" y="1355"/>
                </a:cubicBezTo>
                <a:cubicBezTo>
                  <a:pt x="7246" y="630"/>
                  <a:pt x="6616" y="0"/>
                  <a:pt x="5892" y="0"/>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9039;p63">
            <a:extLst>
              <a:ext uri="{FF2B5EF4-FFF2-40B4-BE49-F238E27FC236}">
                <a16:creationId xmlns:a16="http://schemas.microsoft.com/office/drawing/2014/main" id="{8650AFEF-FDD9-A382-0BCC-E524764A6D1A}"/>
              </a:ext>
            </a:extLst>
          </p:cNvPr>
          <p:cNvGrpSpPr/>
          <p:nvPr/>
        </p:nvGrpSpPr>
        <p:grpSpPr>
          <a:xfrm>
            <a:off x="2455458" y="2626424"/>
            <a:ext cx="580813" cy="577741"/>
            <a:chOff x="1412450" y="1954475"/>
            <a:chExt cx="297750" cy="296175"/>
          </a:xfrm>
          <a:solidFill>
            <a:srgbClr val="4ABCED"/>
          </a:solidFill>
        </p:grpSpPr>
        <p:sp>
          <p:nvSpPr>
            <p:cNvPr id="13" name="Google Shape;9040;p63">
              <a:extLst>
                <a:ext uri="{FF2B5EF4-FFF2-40B4-BE49-F238E27FC236}">
                  <a16:creationId xmlns:a16="http://schemas.microsoft.com/office/drawing/2014/main" id="{EBB0976C-73F9-C3D6-BCD0-9636E3D2DAC6}"/>
                </a:ext>
              </a:extLst>
            </p:cNvPr>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ABCED"/>
                </a:solidFill>
              </a:endParaRPr>
            </a:p>
          </p:txBody>
        </p:sp>
        <p:sp>
          <p:nvSpPr>
            <p:cNvPr id="14" name="Google Shape;9041;p63">
              <a:extLst>
                <a:ext uri="{FF2B5EF4-FFF2-40B4-BE49-F238E27FC236}">
                  <a16:creationId xmlns:a16="http://schemas.microsoft.com/office/drawing/2014/main" id="{8E9395AA-D5C4-7EFE-1D49-DCCD4D136825}"/>
                </a:ext>
              </a:extLst>
            </p:cNvPr>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ABCED"/>
                </a:solidFill>
              </a:endParaRPr>
            </a:p>
          </p:txBody>
        </p:sp>
      </p:grpSp>
      <p:grpSp>
        <p:nvGrpSpPr>
          <p:cNvPr id="15" name="Google Shape;9757;p65">
            <a:extLst>
              <a:ext uri="{FF2B5EF4-FFF2-40B4-BE49-F238E27FC236}">
                <a16:creationId xmlns:a16="http://schemas.microsoft.com/office/drawing/2014/main" id="{A6A9D62B-522C-AE31-7FC4-C562760D9AEB}"/>
              </a:ext>
            </a:extLst>
          </p:cNvPr>
          <p:cNvGrpSpPr/>
          <p:nvPr/>
        </p:nvGrpSpPr>
        <p:grpSpPr>
          <a:xfrm>
            <a:off x="5973035" y="2645040"/>
            <a:ext cx="460807" cy="559125"/>
            <a:chOff x="-45270025" y="2701925"/>
            <a:chExt cx="247350" cy="300125"/>
          </a:xfrm>
        </p:grpSpPr>
        <p:sp>
          <p:nvSpPr>
            <p:cNvPr id="16" name="Google Shape;9758;p65">
              <a:extLst>
                <a:ext uri="{FF2B5EF4-FFF2-40B4-BE49-F238E27FC236}">
                  <a16:creationId xmlns:a16="http://schemas.microsoft.com/office/drawing/2014/main" id="{F245FCAF-D174-F882-3845-7DB85303DF09}"/>
                </a:ext>
              </a:extLst>
            </p:cNvPr>
            <p:cNvSpPr/>
            <p:nvPr/>
          </p:nvSpPr>
          <p:spPr>
            <a:xfrm>
              <a:off x="-45128250" y="28437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759;p65">
              <a:extLst>
                <a:ext uri="{FF2B5EF4-FFF2-40B4-BE49-F238E27FC236}">
                  <a16:creationId xmlns:a16="http://schemas.microsoft.com/office/drawing/2014/main" id="{034DCA8A-EA1D-6FCA-FE92-D213DAF40D50}"/>
                </a:ext>
              </a:extLst>
            </p:cNvPr>
            <p:cNvSpPr/>
            <p:nvPr/>
          </p:nvSpPr>
          <p:spPr>
            <a:xfrm>
              <a:off x="-45270025" y="2701925"/>
              <a:ext cx="247350" cy="300125"/>
            </a:xfrm>
            <a:custGeom>
              <a:avLst/>
              <a:gdLst/>
              <a:ahLst/>
              <a:cxnLst/>
              <a:rect l="l" t="t" r="r" b="b"/>
              <a:pathLst>
                <a:path w="9894" h="12005" extrusionOk="0">
                  <a:moveTo>
                    <a:pt x="7751" y="1261"/>
                  </a:moveTo>
                  <a:lnTo>
                    <a:pt x="8665" y="2143"/>
                  </a:lnTo>
                  <a:lnTo>
                    <a:pt x="7751" y="2143"/>
                  </a:lnTo>
                  <a:lnTo>
                    <a:pt x="7751" y="1261"/>
                  </a:lnTo>
                  <a:close/>
                  <a:moveTo>
                    <a:pt x="7090" y="4979"/>
                  </a:moveTo>
                  <a:lnTo>
                    <a:pt x="7090" y="9925"/>
                  </a:lnTo>
                  <a:lnTo>
                    <a:pt x="757" y="9925"/>
                  </a:lnTo>
                  <a:lnTo>
                    <a:pt x="757" y="4979"/>
                  </a:lnTo>
                  <a:close/>
                  <a:moveTo>
                    <a:pt x="7090" y="725"/>
                  </a:moveTo>
                  <a:lnTo>
                    <a:pt x="7090" y="2521"/>
                  </a:lnTo>
                  <a:cubicBezTo>
                    <a:pt x="7090" y="2710"/>
                    <a:pt x="7247" y="2868"/>
                    <a:pt x="7436" y="2868"/>
                  </a:cubicBezTo>
                  <a:lnTo>
                    <a:pt x="9232" y="2868"/>
                  </a:lnTo>
                  <a:lnTo>
                    <a:pt x="9232" y="11343"/>
                  </a:lnTo>
                  <a:lnTo>
                    <a:pt x="1450" y="11343"/>
                  </a:lnTo>
                  <a:lnTo>
                    <a:pt x="1450" y="10618"/>
                  </a:lnTo>
                  <a:lnTo>
                    <a:pt x="7436" y="10618"/>
                  </a:lnTo>
                  <a:cubicBezTo>
                    <a:pt x="7657" y="10618"/>
                    <a:pt x="7814" y="10460"/>
                    <a:pt x="7814" y="10271"/>
                  </a:cubicBezTo>
                  <a:lnTo>
                    <a:pt x="7814" y="4632"/>
                  </a:lnTo>
                  <a:cubicBezTo>
                    <a:pt x="7814" y="4443"/>
                    <a:pt x="7657" y="4285"/>
                    <a:pt x="7436" y="4285"/>
                  </a:cubicBezTo>
                  <a:lnTo>
                    <a:pt x="1450" y="4285"/>
                  </a:lnTo>
                  <a:lnTo>
                    <a:pt x="1450" y="725"/>
                  </a:lnTo>
                  <a:close/>
                  <a:moveTo>
                    <a:pt x="1072" y="1"/>
                  </a:moveTo>
                  <a:cubicBezTo>
                    <a:pt x="883" y="1"/>
                    <a:pt x="726" y="158"/>
                    <a:pt x="726" y="347"/>
                  </a:cubicBezTo>
                  <a:lnTo>
                    <a:pt x="726" y="4254"/>
                  </a:lnTo>
                  <a:lnTo>
                    <a:pt x="379" y="4254"/>
                  </a:lnTo>
                  <a:cubicBezTo>
                    <a:pt x="158" y="4254"/>
                    <a:pt x="1" y="4411"/>
                    <a:pt x="1" y="4601"/>
                  </a:cubicBezTo>
                  <a:lnTo>
                    <a:pt x="1" y="10240"/>
                  </a:lnTo>
                  <a:cubicBezTo>
                    <a:pt x="1" y="10429"/>
                    <a:pt x="158" y="10586"/>
                    <a:pt x="379" y="10586"/>
                  </a:cubicBezTo>
                  <a:lnTo>
                    <a:pt x="726" y="10586"/>
                  </a:lnTo>
                  <a:lnTo>
                    <a:pt x="726" y="11658"/>
                  </a:lnTo>
                  <a:cubicBezTo>
                    <a:pt x="726" y="11847"/>
                    <a:pt x="883" y="12004"/>
                    <a:pt x="1072" y="12004"/>
                  </a:cubicBezTo>
                  <a:lnTo>
                    <a:pt x="9484" y="12004"/>
                  </a:lnTo>
                  <a:cubicBezTo>
                    <a:pt x="9704" y="12004"/>
                    <a:pt x="9862" y="11847"/>
                    <a:pt x="9862" y="11658"/>
                  </a:cubicBezTo>
                  <a:lnTo>
                    <a:pt x="9893" y="2458"/>
                  </a:lnTo>
                  <a:cubicBezTo>
                    <a:pt x="9893" y="2395"/>
                    <a:pt x="9862" y="2269"/>
                    <a:pt x="9767" y="2238"/>
                  </a:cubicBezTo>
                  <a:lnTo>
                    <a:pt x="7657" y="95"/>
                  </a:lnTo>
                  <a:cubicBezTo>
                    <a:pt x="7562" y="32"/>
                    <a:pt x="7499" y="1"/>
                    <a:pt x="7405" y="1"/>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760;p65">
              <a:extLst>
                <a:ext uri="{FF2B5EF4-FFF2-40B4-BE49-F238E27FC236}">
                  <a16:creationId xmlns:a16="http://schemas.microsoft.com/office/drawing/2014/main" id="{04BF3687-3DAF-0499-4A59-3E61D5631F0B}"/>
                </a:ext>
              </a:extLst>
            </p:cNvPr>
            <p:cNvSpPr/>
            <p:nvPr/>
          </p:nvSpPr>
          <p:spPr>
            <a:xfrm>
              <a:off x="-45235350" y="2844500"/>
              <a:ext cx="89800" cy="87450"/>
            </a:xfrm>
            <a:custGeom>
              <a:avLst/>
              <a:gdLst/>
              <a:ahLst/>
              <a:cxnLst/>
              <a:rect l="l" t="t" r="r" b="b"/>
              <a:pathLst>
                <a:path w="3592" h="3498" extrusionOk="0">
                  <a:moveTo>
                    <a:pt x="1796" y="1103"/>
                  </a:moveTo>
                  <a:lnTo>
                    <a:pt x="2268" y="2079"/>
                  </a:lnTo>
                  <a:lnTo>
                    <a:pt x="1292" y="2079"/>
                  </a:lnTo>
                  <a:lnTo>
                    <a:pt x="1796" y="1103"/>
                  </a:lnTo>
                  <a:close/>
                  <a:moveTo>
                    <a:pt x="1764" y="0"/>
                  </a:moveTo>
                  <a:cubicBezTo>
                    <a:pt x="1638" y="0"/>
                    <a:pt x="1544" y="63"/>
                    <a:pt x="1449" y="189"/>
                  </a:cubicBezTo>
                  <a:lnTo>
                    <a:pt x="32" y="2993"/>
                  </a:lnTo>
                  <a:cubicBezTo>
                    <a:pt x="0" y="3151"/>
                    <a:pt x="63" y="3340"/>
                    <a:pt x="284" y="3466"/>
                  </a:cubicBezTo>
                  <a:cubicBezTo>
                    <a:pt x="324" y="3482"/>
                    <a:pt x="369" y="3490"/>
                    <a:pt x="415" y="3490"/>
                  </a:cubicBezTo>
                  <a:cubicBezTo>
                    <a:pt x="547" y="3490"/>
                    <a:pt x="686" y="3425"/>
                    <a:pt x="756" y="3308"/>
                  </a:cubicBezTo>
                  <a:lnTo>
                    <a:pt x="977" y="2804"/>
                  </a:lnTo>
                  <a:lnTo>
                    <a:pt x="2647" y="2804"/>
                  </a:lnTo>
                  <a:lnTo>
                    <a:pt x="2867" y="3308"/>
                  </a:lnTo>
                  <a:cubicBezTo>
                    <a:pt x="2962" y="3434"/>
                    <a:pt x="3056" y="3497"/>
                    <a:pt x="3182" y="3497"/>
                  </a:cubicBezTo>
                  <a:cubicBezTo>
                    <a:pt x="3245" y="3497"/>
                    <a:pt x="3308" y="3497"/>
                    <a:pt x="3340" y="3466"/>
                  </a:cubicBezTo>
                  <a:cubicBezTo>
                    <a:pt x="3497" y="3371"/>
                    <a:pt x="3592" y="3151"/>
                    <a:pt x="3497" y="2993"/>
                  </a:cubicBezTo>
                  <a:lnTo>
                    <a:pt x="2079" y="189"/>
                  </a:lnTo>
                  <a:cubicBezTo>
                    <a:pt x="2016" y="63"/>
                    <a:pt x="1890" y="0"/>
                    <a:pt x="1764" y="0"/>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761;p65">
              <a:extLst>
                <a:ext uri="{FF2B5EF4-FFF2-40B4-BE49-F238E27FC236}">
                  <a16:creationId xmlns:a16="http://schemas.microsoft.com/office/drawing/2014/main" id="{97C51181-8A81-C44A-F0AF-D9177DDA4E20}"/>
                </a:ext>
              </a:extLst>
            </p:cNvPr>
            <p:cNvSpPr/>
            <p:nvPr/>
          </p:nvSpPr>
          <p:spPr>
            <a:xfrm>
              <a:off x="-45128250" y="2879150"/>
              <a:ext cx="18150" cy="52800"/>
            </a:xfrm>
            <a:custGeom>
              <a:avLst/>
              <a:gdLst/>
              <a:ahLst/>
              <a:cxnLst/>
              <a:rect l="l" t="t" r="r" b="b"/>
              <a:pathLst>
                <a:path w="726" h="2112" extrusionOk="0">
                  <a:moveTo>
                    <a:pt x="347" y="0"/>
                  </a:moveTo>
                  <a:cubicBezTo>
                    <a:pt x="158" y="0"/>
                    <a:pt x="1" y="158"/>
                    <a:pt x="1" y="347"/>
                  </a:cubicBezTo>
                  <a:lnTo>
                    <a:pt x="1" y="1765"/>
                  </a:lnTo>
                  <a:cubicBezTo>
                    <a:pt x="1" y="1954"/>
                    <a:pt x="158" y="2111"/>
                    <a:pt x="347" y="2111"/>
                  </a:cubicBezTo>
                  <a:cubicBezTo>
                    <a:pt x="568" y="2111"/>
                    <a:pt x="725" y="1954"/>
                    <a:pt x="725" y="1765"/>
                  </a:cubicBezTo>
                  <a:lnTo>
                    <a:pt x="725" y="347"/>
                  </a:lnTo>
                  <a:cubicBezTo>
                    <a:pt x="725" y="158"/>
                    <a:pt x="568" y="0"/>
                    <a:pt x="347" y="0"/>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73;p34">
            <a:extLst>
              <a:ext uri="{FF2B5EF4-FFF2-40B4-BE49-F238E27FC236}">
                <a16:creationId xmlns:a16="http://schemas.microsoft.com/office/drawing/2014/main" id="{5C7AAA9E-808D-61C8-23B7-F1453DE60F5A}"/>
              </a:ext>
            </a:extLst>
          </p:cNvPr>
          <p:cNvSpPr txBox="1">
            <a:spLocks/>
          </p:cNvSpPr>
          <p:nvPr/>
        </p:nvSpPr>
        <p:spPr>
          <a:xfrm>
            <a:off x="3527181" y="1181678"/>
            <a:ext cx="25056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200" b="0" i="1" u="none" strike="noStrike" cap="none">
                <a:solidFill>
                  <a:schemeClr val="dk1"/>
                </a:solidFill>
                <a:latin typeface="Phudu Medium"/>
                <a:ea typeface="Phudu Medium"/>
                <a:cs typeface="Phudu Medium"/>
                <a:sym typeface="Phudu Medium"/>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GB" dirty="0"/>
              <a:t>Amedeo </a:t>
            </a:r>
            <a:r>
              <a:rPr lang="en-GB" dirty="0" err="1"/>
              <a:t>carraro</a:t>
            </a:r>
            <a:endParaRPr lang="en-GB" dirty="0"/>
          </a:p>
        </p:txBody>
      </p:sp>
      <p:sp>
        <p:nvSpPr>
          <p:cNvPr id="26" name="Google Shape;275;p34">
            <a:extLst>
              <a:ext uri="{FF2B5EF4-FFF2-40B4-BE49-F238E27FC236}">
                <a16:creationId xmlns:a16="http://schemas.microsoft.com/office/drawing/2014/main" id="{EE33507E-625D-A184-44CA-90AA1A712F66}"/>
              </a:ext>
            </a:extLst>
          </p:cNvPr>
          <p:cNvSpPr txBox="1">
            <a:spLocks/>
          </p:cNvSpPr>
          <p:nvPr/>
        </p:nvSpPr>
        <p:spPr>
          <a:xfrm>
            <a:off x="3527181" y="1616995"/>
            <a:ext cx="2505600" cy="9084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i Jamjuree"/>
              <a:buNone/>
              <a:defRPr sz="1200" b="0" i="0" u="none" strike="noStrike" cap="none">
                <a:solidFill>
                  <a:schemeClr val="dk1"/>
                </a:solidFill>
                <a:latin typeface="Bai Jamjuree"/>
                <a:ea typeface="Bai Jamjuree"/>
                <a:cs typeface="Bai Jamjuree"/>
                <a:sym typeface="Bai Jamjuree"/>
              </a:defRPr>
            </a:lvl1pPr>
            <a:lvl2pPr marL="914400" marR="0" lvl="1"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2pPr>
            <a:lvl3pPr marL="1371600" marR="0" lvl="2"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3pPr>
            <a:lvl4pPr marL="1828800" marR="0" lvl="3"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4pPr>
            <a:lvl5pPr marL="2286000" marR="0" lvl="4"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5pPr>
            <a:lvl6pPr marL="2743200" marR="0" lvl="5"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6pPr>
            <a:lvl7pPr marL="3200400" marR="0" lvl="6"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7pPr>
            <a:lvl8pPr marL="3657600" marR="0" lvl="7"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8pPr>
            <a:lvl9pPr marL="4114800" marR="0" lvl="8"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9pPr>
          </a:lstStyle>
          <a:p>
            <a:pPr marL="0" indent="0"/>
            <a:r>
              <a:rPr lang="en-GB" dirty="0"/>
              <a:t>Master in Artificial Intelligence and Robotics</a:t>
            </a:r>
          </a:p>
          <a:p>
            <a:pPr marL="0" indent="0"/>
            <a:endParaRPr lang="en-GB" dirty="0"/>
          </a:p>
          <a:p>
            <a:pPr marL="0" indent="0"/>
            <a:r>
              <a:rPr lang="en-GB" dirty="0"/>
              <a:t>University of Padua, Italy</a:t>
            </a:r>
          </a:p>
        </p:txBody>
      </p:sp>
      <p:grpSp>
        <p:nvGrpSpPr>
          <p:cNvPr id="27" name="Google Shape;9757;p65">
            <a:extLst>
              <a:ext uri="{FF2B5EF4-FFF2-40B4-BE49-F238E27FC236}">
                <a16:creationId xmlns:a16="http://schemas.microsoft.com/office/drawing/2014/main" id="{7BDB1DF9-06FA-8590-4F87-75DDA1907951}"/>
              </a:ext>
            </a:extLst>
          </p:cNvPr>
          <p:cNvGrpSpPr/>
          <p:nvPr/>
        </p:nvGrpSpPr>
        <p:grpSpPr>
          <a:xfrm>
            <a:off x="4482045" y="693002"/>
            <a:ext cx="460807" cy="559125"/>
            <a:chOff x="-45270025" y="2701925"/>
            <a:chExt cx="247350" cy="300125"/>
          </a:xfrm>
        </p:grpSpPr>
        <p:sp>
          <p:nvSpPr>
            <p:cNvPr id="28" name="Google Shape;9758;p65">
              <a:extLst>
                <a:ext uri="{FF2B5EF4-FFF2-40B4-BE49-F238E27FC236}">
                  <a16:creationId xmlns:a16="http://schemas.microsoft.com/office/drawing/2014/main" id="{7A2F754B-408A-2FEA-853A-B8BF9F13B23D}"/>
                </a:ext>
              </a:extLst>
            </p:cNvPr>
            <p:cNvSpPr/>
            <p:nvPr/>
          </p:nvSpPr>
          <p:spPr>
            <a:xfrm>
              <a:off x="-45128250" y="28437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759;p65">
              <a:extLst>
                <a:ext uri="{FF2B5EF4-FFF2-40B4-BE49-F238E27FC236}">
                  <a16:creationId xmlns:a16="http://schemas.microsoft.com/office/drawing/2014/main" id="{107D32C9-7703-39EF-F8D2-D44C3E1B7F7D}"/>
                </a:ext>
              </a:extLst>
            </p:cNvPr>
            <p:cNvSpPr/>
            <p:nvPr/>
          </p:nvSpPr>
          <p:spPr>
            <a:xfrm>
              <a:off x="-45270025" y="2701925"/>
              <a:ext cx="247350" cy="300125"/>
            </a:xfrm>
            <a:custGeom>
              <a:avLst/>
              <a:gdLst/>
              <a:ahLst/>
              <a:cxnLst/>
              <a:rect l="l" t="t" r="r" b="b"/>
              <a:pathLst>
                <a:path w="9894" h="12005" extrusionOk="0">
                  <a:moveTo>
                    <a:pt x="7751" y="1261"/>
                  </a:moveTo>
                  <a:lnTo>
                    <a:pt x="8665" y="2143"/>
                  </a:lnTo>
                  <a:lnTo>
                    <a:pt x="7751" y="2143"/>
                  </a:lnTo>
                  <a:lnTo>
                    <a:pt x="7751" y="1261"/>
                  </a:lnTo>
                  <a:close/>
                  <a:moveTo>
                    <a:pt x="7090" y="4979"/>
                  </a:moveTo>
                  <a:lnTo>
                    <a:pt x="7090" y="9925"/>
                  </a:lnTo>
                  <a:lnTo>
                    <a:pt x="757" y="9925"/>
                  </a:lnTo>
                  <a:lnTo>
                    <a:pt x="757" y="4979"/>
                  </a:lnTo>
                  <a:close/>
                  <a:moveTo>
                    <a:pt x="7090" y="725"/>
                  </a:moveTo>
                  <a:lnTo>
                    <a:pt x="7090" y="2521"/>
                  </a:lnTo>
                  <a:cubicBezTo>
                    <a:pt x="7090" y="2710"/>
                    <a:pt x="7247" y="2868"/>
                    <a:pt x="7436" y="2868"/>
                  </a:cubicBezTo>
                  <a:lnTo>
                    <a:pt x="9232" y="2868"/>
                  </a:lnTo>
                  <a:lnTo>
                    <a:pt x="9232" y="11343"/>
                  </a:lnTo>
                  <a:lnTo>
                    <a:pt x="1450" y="11343"/>
                  </a:lnTo>
                  <a:lnTo>
                    <a:pt x="1450" y="10618"/>
                  </a:lnTo>
                  <a:lnTo>
                    <a:pt x="7436" y="10618"/>
                  </a:lnTo>
                  <a:cubicBezTo>
                    <a:pt x="7657" y="10618"/>
                    <a:pt x="7814" y="10460"/>
                    <a:pt x="7814" y="10271"/>
                  </a:cubicBezTo>
                  <a:lnTo>
                    <a:pt x="7814" y="4632"/>
                  </a:lnTo>
                  <a:cubicBezTo>
                    <a:pt x="7814" y="4443"/>
                    <a:pt x="7657" y="4285"/>
                    <a:pt x="7436" y="4285"/>
                  </a:cubicBezTo>
                  <a:lnTo>
                    <a:pt x="1450" y="4285"/>
                  </a:lnTo>
                  <a:lnTo>
                    <a:pt x="1450" y="725"/>
                  </a:lnTo>
                  <a:close/>
                  <a:moveTo>
                    <a:pt x="1072" y="1"/>
                  </a:moveTo>
                  <a:cubicBezTo>
                    <a:pt x="883" y="1"/>
                    <a:pt x="726" y="158"/>
                    <a:pt x="726" y="347"/>
                  </a:cubicBezTo>
                  <a:lnTo>
                    <a:pt x="726" y="4254"/>
                  </a:lnTo>
                  <a:lnTo>
                    <a:pt x="379" y="4254"/>
                  </a:lnTo>
                  <a:cubicBezTo>
                    <a:pt x="158" y="4254"/>
                    <a:pt x="1" y="4411"/>
                    <a:pt x="1" y="4601"/>
                  </a:cubicBezTo>
                  <a:lnTo>
                    <a:pt x="1" y="10240"/>
                  </a:lnTo>
                  <a:cubicBezTo>
                    <a:pt x="1" y="10429"/>
                    <a:pt x="158" y="10586"/>
                    <a:pt x="379" y="10586"/>
                  </a:cubicBezTo>
                  <a:lnTo>
                    <a:pt x="726" y="10586"/>
                  </a:lnTo>
                  <a:lnTo>
                    <a:pt x="726" y="11658"/>
                  </a:lnTo>
                  <a:cubicBezTo>
                    <a:pt x="726" y="11847"/>
                    <a:pt x="883" y="12004"/>
                    <a:pt x="1072" y="12004"/>
                  </a:cubicBezTo>
                  <a:lnTo>
                    <a:pt x="9484" y="12004"/>
                  </a:lnTo>
                  <a:cubicBezTo>
                    <a:pt x="9704" y="12004"/>
                    <a:pt x="9862" y="11847"/>
                    <a:pt x="9862" y="11658"/>
                  </a:cubicBezTo>
                  <a:lnTo>
                    <a:pt x="9893" y="2458"/>
                  </a:lnTo>
                  <a:cubicBezTo>
                    <a:pt x="9893" y="2395"/>
                    <a:pt x="9862" y="2269"/>
                    <a:pt x="9767" y="2238"/>
                  </a:cubicBezTo>
                  <a:lnTo>
                    <a:pt x="7657" y="95"/>
                  </a:lnTo>
                  <a:cubicBezTo>
                    <a:pt x="7562" y="32"/>
                    <a:pt x="7499" y="1"/>
                    <a:pt x="7405" y="1"/>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760;p65">
              <a:extLst>
                <a:ext uri="{FF2B5EF4-FFF2-40B4-BE49-F238E27FC236}">
                  <a16:creationId xmlns:a16="http://schemas.microsoft.com/office/drawing/2014/main" id="{CF6AE5FB-6F96-7134-8CD3-09C51AADAAE3}"/>
                </a:ext>
              </a:extLst>
            </p:cNvPr>
            <p:cNvSpPr/>
            <p:nvPr/>
          </p:nvSpPr>
          <p:spPr>
            <a:xfrm>
              <a:off x="-45235350" y="2844500"/>
              <a:ext cx="89800" cy="87450"/>
            </a:xfrm>
            <a:custGeom>
              <a:avLst/>
              <a:gdLst/>
              <a:ahLst/>
              <a:cxnLst/>
              <a:rect l="l" t="t" r="r" b="b"/>
              <a:pathLst>
                <a:path w="3592" h="3498" extrusionOk="0">
                  <a:moveTo>
                    <a:pt x="1796" y="1103"/>
                  </a:moveTo>
                  <a:lnTo>
                    <a:pt x="2268" y="2079"/>
                  </a:lnTo>
                  <a:lnTo>
                    <a:pt x="1292" y="2079"/>
                  </a:lnTo>
                  <a:lnTo>
                    <a:pt x="1796" y="1103"/>
                  </a:lnTo>
                  <a:close/>
                  <a:moveTo>
                    <a:pt x="1764" y="0"/>
                  </a:moveTo>
                  <a:cubicBezTo>
                    <a:pt x="1638" y="0"/>
                    <a:pt x="1544" y="63"/>
                    <a:pt x="1449" y="189"/>
                  </a:cubicBezTo>
                  <a:lnTo>
                    <a:pt x="32" y="2993"/>
                  </a:lnTo>
                  <a:cubicBezTo>
                    <a:pt x="0" y="3151"/>
                    <a:pt x="63" y="3340"/>
                    <a:pt x="284" y="3466"/>
                  </a:cubicBezTo>
                  <a:cubicBezTo>
                    <a:pt x="324" y="3482"/>
                    <a:pt x="369" y="3490"/>
                    <a:pt x="415" y="3490"/>
                  </a:cubicBezTo>
                  <a:cubicBezTo>
                    <a:pt x="547" y="3490"/>
                    <a:pt x="686" y="3425"/>
                    <a:pt x="756" y="3308"/>
                  </a:cubicBezTo>
                  <a:lnTo>
                    <a:pt x="977" y="2804"/>
                  </a:lnTo>
                  <a:lnTo>
                    <a:pt x="2647" y="2804"/>
                  </a:lnTo>
                  <a:lnTo>
                    <a:pt x="2867" y="3308"/>
                  </a:lnTo>
                  <a:cubicBezTo>
                    <a:pt x="2962" y="3434"/>
                    <a:pt x="3056" y="3497"/>
                    <a:pt x="3182" y="3497"/>
                  </a:cubicBezTo>
                  <a:cubicBezTo>
                    <a:pt x="3245" y="3497"/>
                    <a:pt x="3308" y="3497"/>
                    <a:pt x="3340" y="3466"/>
                  </a:cubicBezTo>
                  <a:cubicBezTo>
                    <a:pt x="3497" y="3371"/>
                    <a:pt x="3592" y="3151"/>
                    <a:pt x="3497" y="2993"/>
                  </a:cubicBezTo>
                  <a:lnTo>
                    <a:pt x="2079" y="189"/>
                  </a:lnTo>
                  <a:cubicBezTo>
                    <a:pt x="2016" y="63"/>
                    <a:pt x="1890" y="0"/>
                    <a:pt x="1764" y="0"/>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761;p65">
              <a:extLst>
                <a:ext uri="{FF2B5EF4-FFF2-40B4-BE49-F238E27FC236}">
                  <a16:creationId xmlns:a16="http://schemas.microsoft.com/office/drawing/2014/main" id="{DA7F9668-8AB6-A46A-77B1-78467D806018}"/>
                </a:ext>
              </a:extLst>
            </p:cNvPr>
            <p:cNvSpPr/>
            <p:nvPr/>
          </p:nvSpPr>
          <p:spPr>
            <a:xfrm>
              <a:off x="-45128250" y="2879150"/>
              <a:ext cx="18150" cy="52800"/>
            </a:xfrm>
            <a:custGeom>
              <a:avLst/>
              <a:gdLst/>
              <a:ahLst/>
              <a:cxnLst/>
              <a:rect l="l" t="t" r="r" b="b"/>
              <a:pathLst>
                <a:path w="726" h="2112" extrusionOk="0">
                  <a:moveTo>
                    <a:pt x="347" y="0"/>
                  </a:moveTo>
                  <a:cubicBezTo>
                    <a:pt x="158" y="0"/>
                    <a:pt x="1" y="158"/>
                    <a:pt x="1" y="347"/>
                  </a:cubicBezTo>
                  <a:lnTo>
                    <a:pt x="1" y="1765"/>
                  </a:lnTo>
                  <a:cubicBezTo>
                    <a:pt x="1" y="1954"/>
                    <a:pt x="158" y="2111"/>
                    <a:pt x="347" y="2111"/>
                  </a:cubicBezTo>
                  <a:cubicBezTo>
                    <a:pt x="568" y="2111"/>
                    <a:pt x="725" y="1954"/>
                    <a:pt x="725" y="1765"/>
                  </a:cubicBezTo>
                  <a:lnTo>
                    <a:pt x="725" y="347"/>
                  </a:lnTo>
                  <a:cubicBezTo>
                    <a:pt x="725" y="158"/>
                    <a:pt x="568" y="0"/>
                    <a:pt x="347" y="0"/>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63"/>
        <p:cNvGrpSpPr/>
        <p:nvPr/>
      </p:nvGrpSpPr>
      <p:grpSpPr>
        <a:xfrm>
          <a:off x="0" y="0"/>
          <a:ext cx="0" cy="0"/>
          <a:chOff x="0" y="0"/>
          <a:chExt cx="0" cy="0"/>
        </a:xfrm>
      </p:grpSpPr>
      <p:pic>
        <p:nvPicPr>
          <p:cNvPr id="264" name="Google Shape;264;p33"/>
          <p:cNvPicPr preferRelativeResize="0"/>
          <p:nvPr/>
        </p:nvPicPr>
        <p:blipFill rotWithShape="1">
          <a:blip r:embed="rId3">
            <a:alphaModFix/>
          </a:blip>
          <a:srcRect l="28908" t="43493" r="17025"/>
          <a:stretch/>
        </p:blipFill>
        <p:spPr>
          <a:xfrm rot="-4812664">
            <a:off x="-1424811" y="518428"/>
            <a:ext cx="5853222" cy="3964969"/>
          </a:xfrm>
          <a:prstGeom prst="rect">
            <a:avLst/>
          </a:prstGeom>
          <a:noFill/>
          <a:ln>
            <a:noFill/>
          </a:ln>
        </p:spPr>
      </p:pic>
      <p:sp>
        <p:nvSpPr>
          <p:cNvPr id="265" name="Google Shape;265;p33"/>
          <p:cNvSpPr txBox="1">
            <a:spLocks noGrp="1"/>
          </p:cNvSpPr>
          <p:nvPr>
            <p:ph type="title"/>
          </p:nvPr>
        </p:nvSpPr>
        <p:spPr>
          <a:xfrm>
            <a:off x="4500000" y="2420913"/>
            <a:ext cx="391560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pic>
        <p:nvPicPr>
          <p:cNvPr id="266" name="Google Shape;266;p33"/>
          <p:cNvPicPr preferRelativeResize="0">
            <a:picLocks noGrp="1"/>
          </p:cNvPicPr>
          <p:nvPr>
            <p:ph type="pic" idx="3"/>
          </p:nvPr>
        </p:nvPicPr>
        <p:blipFill>
          <a:blip r:embed="rId4"/>
          <a:srcRect l="16470" r="16470"/>
          <a:stretch/>
        </p:blipFill>
        <p:spPr>
          <a:xfrm>
            <a:off x="713220" y="974850"/>
            <a:ext cx="3189900" cy="3193800"/>
          </a:xfrm>
          <a:prstGeom prst="ellipse">
            <a:avLst/>
          </a:prstGeom>
        </p:spPr>
      </p:pic>
      <p:sp>
        <p:nvSpPr>
          <p:cNvPr id="267" name="Google Shape;267;p33"/>
          <p:cNvSpPr txBox="1">
            <a:spLocks noGrp="1"/>
          </p:cNvSpPr>
          <p:nvPr>
            <p:ph type="title" idx="2"/>
          </p:nvPr>
        </p:nvSpPr>
        <p:spPr>
          <a:xfrm>
            <a:off x="4500000" y="1095976"/>
            <a:ext cx="25080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Tree>
    <p:extLst>
      <p:ext uri="{BB962C8B-B14F-4D97-AF65-F5344CB8AC3E}">
        <p14:creationId xmlns:p14="http://schemas.microsoft.com/office/powerpoint/2010/main" val="242126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86"/>
        <p:cNvGrpSpPr/>
        <p:nvPr/>
      </p:nvGrpSpPr>
      <p:grpSpPr>
        <a:xfrm>
          <a:off x="0" y="0"/>
          <a:ext cx="0" cy="0"/>
          <a:chOff x="0" y="0"/>
          <a:chExt cx="0" cy="0"/>
        </a:xfrm>
      </p:grpSpPr>
      <p:sp>
        <p:nvSpPr>
          <p:cNvPr id="287" name="Google Shape;287;p35"/>
          <p:cNvSpPr txBox="1">
            <a:spLocks noGrp="1"/>
          </p:cNvSpPr>
          <p:nvPr>
            <p:ph type="subTitle" idx="4"/>
          </p:nvPr>
        </p:nvSpPr>
        <p:spPr>
          <a:xfrm>
            <a:off x="720000" y="1071139"/>
            <a:ext cx="7704000" cy="70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Streamlining Meal Preparation with NLP: An Erasmus Semester Project</a:t>
            </a:r>
            <a:endParaRPr dirty="0"/>
          </a:p>
        </p:txBody>
      </p:sp>
      <p:sp>
        <p:nvSpPr>
          <p:cNvPr id="289" name="Google Shape;28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introduction</a:t>
            </a:r>
          </a:p>
        </p:txBody>
      </p:sp>
      <p:sp>
        <p:nvSpPr>
          <p:cNvPr id="290" name="Google Shape;290;p35"/>
          <p:cNvSpPr txBox="1">
            <a:spLocks noGrp="1"/>
          </p:cNvSpPr>
          <p:nvPr>
            <p:ph type="subTitle" idx="1"/>
          </p:nvPr>
        </p:nvSpPr>
        <p:spPr>
          <a:xfrm>
            <a:off x="720000" y="1725453"/>
            <a:ext cx="3621412" cy="18111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dirty="0"/>
              <a:t>Embarking on an Erasmus semester involves personal and academic growth.</a:t>
            </a:r>
          </a:p>
          <a:p>
            <a:pPr marL="171450" lvl="0" indent="-171450" algn="l" rtl="0">
              <a:spcBef>
                <a:spcPts val="0"/>
              </a:spcBef>
              <a:spcAft>
                <a:spcPts val="0"/>
              </a:spcAft>
              <a:buFont typeface="Arial" panose="020B0604020202020204" pitchFamily="34" charset="0"/>
              <a:buChar char="•"/>
            </a:pPr>
            <a:r>
              <a:rPr lang="en-GB" dirty="0"/>
              <a:t>Amidst the excitement of new experiences, managing time for grocery shopping and cooking remains a challenge.</a:t>
            </a:r>
          </a:p>
          <a:p>
            <a:pPr marL="171450" lvl="0" indent="-171450" algn="l" rtl="0">
              <a:spcBef>
                <a:spcPts val="0"/>
              </a:spcBef>
              <a:spcAft>
                <a:spcPts val="0"/>
              </a:spcAft>
              <a:buFont typeface="Arial" panose="020B0604020202020204" pitchFamily="34" charset="0"/>
              <a:buChar char="•"/>
            </a:pPr>
            <a:r>
              <a:rPr lang="en-GB" dirty="0"/>
              <a:t>Limited budgets, time constraints, and cooking skills add complexity.</a:t>
            </a:r>
            <a:endParaRPr dirty="0"/>
          </a:p>
        </p:txBody>
      </p:sp>
      <p:sp>
        <p:nvSpPr>
          <p:cNvPr id="10" name="Google Shape;290;p35">
            <a:extLst>
              <a:ext uri="{FF2B5EF4-FFF2-40B4-BE49-F238E27FC236}">
                <a16:creationId xmlns:a16="http://schemas.microsoft.com/office/drawing/2014/main" id="{82EC15EE-F88D-4F88-2926-EF21F994B89C}"/>
              </a:ext>
            </a:extLst>
          </p:cNvPr>
          <p:cNvSpPr txBox="1">
            <a:spLocks/>
          </p:cNvSpPr>
          <p:nvPr/>
        </p:nvSpPr>
        <p:spPr>
          <a:xfrm>
            <a:off x="4341412" y="3166811"/>
            <a:ext cx="3621412" cy="1811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i Jamjuree"/>
              <a:buNone/>
              <a:defRPr sz="1200" b="0" i="0" u="none" strike="noStrike" cap="none">
                <a:solidFill>
                  <a:schemeClr val="dk1"/>
                </a:solidFill>
                <a:latin typeface="Bai Jamjuree"/>
                <a:ea typeface="Bai Jamjuree"/>
                <a:cs typeface="Bai Jamjuree"/>
                <a:sym typeface="Bai Jamjuree"/>
              </a:defRPr>
            </a:lvl1pPr>
            <a:lvl2pPr marL="914400" marR="0" lvl="1"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2pPr>
            <a:lvl3pPr marL="1371600" marR="0" lvl="2"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3pPr>
            <a:lvl4pPr marL="1828800" marR="0" lvl="3"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4pPr>
            <a:lvl5pPr marL="2286000" marR="0" lvl="4"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5pPr>
            <a:lvl6pPr marL="2743200" marR="0" lvl="5"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6pPr>
            <a:lvl7pPr marL="3200400" marR="0" lvl="6"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7pPr>
            <a:lvl8pPr marL="3657600" marR="0" lvl="7"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8pPr>
            <a:lvl9pPr marL="4114800" marR="0" lvl="8" indent="-317500" algn="ctr" rtl="0">
              <a:lnSpc>
                <a:spcPct val="100000"/>
              </a:lnSpc>
              <a:spcBef>
                <a:spcPts val="0"/>
              </a:spcBef>
              <a:spcAft>
                <a:spcPts val="0"/>
              </a:spcAft>
              <a:buClr>
                <a:schemeClr val="dk1"/>
              </a:buClr>
              <a:buSzPts val="1400"/>
              <a:buFont typeface="Bai Jamjuree"/>
              <a:buNone/>
              <a:defRPr sz="1400" b="0" i="0" u="none" strike="noStrike" cap="none">
                <a:solidFill>
                  <a:schemeClr val="dk1"/>
                </a:solidFill>
                <a:latin typeface="Bai Jamjuree"/>
                <a:ea typeface="Bai Jamjuree"/>
                <a:cs typeface="Bai Jamjuree"/>
                <a:sym typeface="Bai Jamjuree"/>
              </a:defRPr>
            </a:lvl9pPr>
          </a:lstStyle>
          <a:p>
            <a:pPr marL="171450" indent="-171450">
              <a:buFont typeface="Arial" panose="020B0604020202020204" pitchFamily="34" charset="0"/>
              <a:buChar char="•"/>
            </a:pPr>
            <a:r>
              <a:rPr lang="en-GB" dirty="0"/>
              <a:t>As part of the Natural Language Processing (NLP) course, we realized the potential to streamline meal preparation.</a:t>
            </a:r>
          </a:p>
          <a:p>
            <a:pPr marL="0" indent="0"/>
            <a:endParaRPr lang="en-GB" dirty="0"/>
          </a:p>
          <a:p>
            <a:pPr marL="0" indent="0"/>
            <a:r>
              <a:rPr lang="en-GB" b="1" dirty="0">
                <a:latin typeface="Bangla MN" pitchFamily="2" charset="0"/>
                <a:cs typeface="Bangla MN" pitchFamily="2" charset="0"/>
              </a:rPr>
              <a:t>Our goal</a:t>
            </a:r>
            <a:r>
              <a:rPr lang="en-GB" dirty="0"/>
              <a:t>: leverage NLP techniques to ease culinary challenges.</a:t>
            </a:r>
          </a:p>
        </p:txBody>
      </p:sp>
      <p:grpSp>
        <p:nvGrpSpPr>
          <p:cNvPr id="11" name="Google Shape;9913;p66">
            <a:extLst>
              <a:ext uri="{FF2B5EF4-FFF2-40B4-BE49-F238E27FC236}">
                <a16:creationId xmlns:a16="http://schemas.microsoft.com/office/drawing/2014/main" id="{6EB7C489-90B4-1120-5EB8-89D925722232}"/>
              </a:ext>
            </a:extLst>
          </p:cNvPr>
          <p:cNvGrpSpPr/>
          <p:nvPr/>
        </p:nvGrpSpPr>
        <p:grpSpPr>
          <a:xfrm>
            <a:off x="2214391" y="3536553"/>
            <a:ext cx="596802" cy="596657"/>
            <a:chOff x="-21298675" y="2414425"/>
            <a:chExt cx="306400" cy="306325"/>
          </a:xfrm>
          <a:solidFill>
            <a:srgbClr val="4ABCED"/>
          </a:solidFill>
        </p:grpSpPr>
        <p:sp>
          <p:nvSpPr>
            <p:cNvPr id="12" name="Google Shape;9914;p66">
              <a:extLst>
                <a:ext uri="{FF2B5EF4-FFF2-40B4-BE49-F238E27FC236}">
                  <a16:creationId xmlns:a16="http://schemas.microsoft.com/office/drawing/2014/main" id="{F569B59D-E557-83B6-AD77-0AEFCBEB144E}"/>
                </a:ext>
              </a:extLst>
            </p:cNvPr>
            <p:cNvSpPr/>
            <p:nvPr/>
          </p:nvSpPr>
          <p:spPr>
            <a:xfrm>
              <a:off x="-21083650" y="2444575"/>
              <a:ext cx="20500" cy="18525"/>
            </a:xfrm>
            <a:custGeom>
              <a:avLst/>
              <a:gdLst/>
              <a:ahLst/>
              <a:cxnLst/>
              <a:rect l="l" t="t" r="r" b="b"/>
              <a:pathLst>
                <a:path w="820" h="741" extrusionOk="0">
                  <a:moveTo>
                    <a:pt x="410" y="1"/>
                  </a:moveTo>
                  <a:cubicBezTo>
                    <a:pt x="323" y="1"/>
                    <a:pt x="237" y="40"/>
                    <a:pt x="158" y="119"/>
                  </a:cubicBezTo>
                  <a:cubicBezTo>
                    <a:pt x="0" y="276"/>
                    <a:pt x="0" y="465"/>
                    <a:pt x="158" y="623"/>
                  </a:cubicBezTo>
                  <a:cubicBezTo>
                    <a:pt x="237" y="702"/>
                    <a:pt x="331" y="741"/>
                    <a:pt x="422" y="741"/>
                  </a:cubicBezTo>
                  <a:cubicBezTo>
                    <a:pt x="512" y="741"/>
                    <a:pt x="599" y="702"/>
                    <a:pt x="662" y="623"/>
                  </a:cubicBezTo>
                  <a:cubicBezTo>
                    <a:pt x="819" y="465"/>
                    <a:pt x="819" y="276"/>
                    <a:pt x="662" y="119"/>
                  </a:cubicBezTo>
                  <a:cubicBezTo>
                    <a:pt x="583" y="40"/>
                    <a:pt x="496" y="1"/>
                    <a:pt x="4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915;p66">
              <a:extLst>
                <a:ext uri="{FF2B5EF4-FFF2-40B4-BE49-F238E27FC236}">
                  <a16:creationId xmlns:a16="http://schemas.microsoft.com/office/drawing/2014/main" id="{4A3D3602-4D4B-E8F5-FC5B-BC450AE54126}"/>
                </a:ext>
              </a:extLst>
            </p:cNvPr>
            <p:cNvSpPr/>
            <p:nvPr/>
          </p:nvSpPr>
          <p:spPr>
            <a:xfrm>
              <a:off x="-21298675" y="2414425"/>
              <a:ext cx="306400" cy="306325"/>
            </a:xfrm>
            <a:custGeom>
              <a:avLst/>
              <a:gdLst/>
              <a:ahLst/>
              <a:cxnLst/>
              <a:rect l="l" t="t" r="r" b="b"/>
              <a:pathLst>
                <a:path w="12256" h="12253" extrusionOk="0">
                  <a:moveTo>
                    <a:pt x="9420" y="695"/>
                  </a:moveTo>
                  <a:cubicBezTo>
                    <a:pt x="9704" y="695"/>
                    <a:pt x="9924" y="695"/>
                    <a:pt x="10176" y="726"/>
                  </a:cubicBezTo>
                  <a:cubicBezTo>
                    <a:pt x="10429" y="789"/>
                    <a:pt x="10555" y="1136"/>
                    <a:pt x="10365" y="1325"/>
                  </a:cubicBezTo>
                  <a:cubicBezTo>
                    <a:pt x="10208" y="1482"/>
                    <a:pt x="10208" y="1671"/>
                    <a:pt x="10365" y="1829"/>
                  </a:cubicBezTo>
                  <a:cubicBezTo>
                    <a:pt x="10444" y="1908"/>
                    <a:pt x="10531" y="1947"/>
                    <a:pt x="10618" y="1947"/>
                  </a:cubicBezTo>
                  <a:cubicBezTo>
                    <a:pt x="10704" y="1947"/>
                    <a:pt x="10791" y="1908"/>
                    <a:pt x="10870" y="1829"/>
                  </a:cubicBezTo>
                  <a:cubicBezTo>
                    <a:pt x="10942" y="1767"/>
                    <a:pt x="11027" y="1739"/>
                    <a:pt x="11111" y="1739"/>
                  </a:cubicBezTo>
                  <a:cubicBezTo>
                    <a:pt x="11283" y="1739"/>
                    <a:pt x="11447" y="1858"/>
                    <a:pt x="11468" y="2049"/>
                  </a:cubicBezTo>
                  <a:cubicBezTo>
                    <a:pt x="11594" y="2711"/>
                    <a:pt x="11563" y="3719"/>
                    <a:pt x="11248" y="4727"/>
                  </a:cubicBezTo>
                  <a:cubicBezTo>
                    <a:pt x="11060" y="4761"/>
                    <a:pt x="10872" y="4778"/>
                    <a:pt x="10684" y="4778"/>
                  </a:cubicBezTo>
                  <a:cubicBezTo>
                    <a:pt x="9833" y="4778"/>
                    <a:pt x="9006" y="4433"/>
                    <a:pt x="8412" y="3814"/>
                  </a:cubicBezTo>
                  <a:cubicBezTo>
                    <a:pt x="7656" y="3058"/>
                    <a:pt x="7341" y="1986"/>
                    <a:pt x="7499" y="978"/>
                  </a:cubicBezTo>
                  <a:cubicBezTo>
                    <a:pt x="8129" y="789"/>
                    <a:pt x="8822" y="695"/>
                    <a:pt x="9420" y="695"/>
                  </a:cubicBezTo>
                  <a:close/>
                  <a:moveTo>
                    <a:pt x="5102" y="1271"/>
                  </a:moveTo>
                  <a:cubicBezTo>
                    <a:pt x="5187" y="1271"/>
                    <a:pt x="5273" y="1278"/>
                    <a:pt x="5356" y="1293"/>
                  </a:cubicBezTo>
                  <a:cubicBezTo>
                    <a:pt x="5293" y="1356"/>
                    <a:pt x="5167" y="1451"/>
                    <a:pt x="5104" y="1514"/>
                  </a:cubicBezTo>
                  <a:cubicBezTo>
                    <a:pt x="4348" y="2270"/>
                    <a:pt x="3781" y="3373"/>
                    <a:pt x="3466" y="4822"/>
                  </a:cubicBezTo>
                  <a:cubicBezTo>
                    <a:pt x="3182" y="4475"/>
                    <a:pt x="3088" y="4034"/>
                    <a:pt x="3088" y="3562"/>
                  </a:cubicBezTo>
                  <a:cubicBezTo>
                    <a:pt x="3088" y="2900"/>
                    <a:pt x="3340" y="2270"/>
                    <a:pt x="3844" y="1797"/>
                  </a:cubicBezTo>
                  <a:cubicBezTo>
                    <a:pt x="4163" y="1478"/>
                    <a:pt x="4639" y="1271"/>
                    <a:pt x="5102" y="1271"/>
                  </a:cubicBezTo>
                  <a:close/>
                  <a:moveTo>
                    <a:pt x="6711" y="1293"/>
                  </a:moveTo>
                  <a:lnTo>
                    <a:pt x="6711" y="1293"/>
                  </a:lnTo>
                  <a:cubicBezTo>
                    <a:pt x="6616" y="2427"/>
                    <a:pt x="7026" y="3530"/>
                    <a:pt x="7845" y="4318"/>
                  </a:cubicBezTo>
                  <a:cubicBezTo>
                    <a:pt x="8562" y="5035"/>
                    <a:pt x="9540" y="5465"/>
                    <a:pt x="10565" y="5465"/>
                  </a:cubicBezTo>
                  <a:cubicBezTo>
                    <a:pt x="10666" y="5465"/>
                    <a:pt x="10768" y="5460"/>
                    <a:pt x="10870" y="5452"/>
                  </a:cubicBezTo>
                  <a:lnTo>
                    <a:pt x="10870" y="5452"/>
                  </a:lnTo>
                  <a:cubicBezTo>
                    <a:pt x="10681" y="5893"/>
                    <a:pt x="10429" y="6303"/>
                    <a:pt x="10082" y="6618"/>
                  </a:cubicBezTo>
                  <a:cubicBezTo>
                    <a:pt x="8444" y="8256"/>
                    <a:pt x="4852" y="8413"/>
                    <a:pt x="3749" y="8413"/>
                  </a:cubicBezTo>
                  <a:cubicBezTo>
                    <a:pt x="3749" y="7311"/>
                    <a:pt x="3907" y="3719"/>
                    <a:pt x="5545" y="2081"/>
                  </a:cubicBezTo>
                  <a:cubicBezTo>
                    <a:pt x="5860" y="1766"/>
                    <a:pt x="6270" y="1482"/>
                    <a:pt x="6711" y="1293"/>
                  </a:cubicBezTo>
                  <a:close/>
                  <a:moveTo>
                    <a:pt x="10838" y="6838"/>
                  </a:moveTo>
                  <a:cubicBezTo>
                    <a:pt x="10964" y="7405"/>
                    <a:pt x="10775" y="7941"/>
                    <a:pt x="10365" y="8382"/>
                  </a:cubicBezTo>
                  <a:cubicBezTo>
                    <a:pt x="9888" y="8860"/>
                    <a:pt x="9239" y="9101"/>
                    <a:pt x="8593" y="9101"/>
                  </a:cubicBezTo>
                  <a:cubicBezTo>
                    <a:pt x="8132" y="9101"/>
                    <a:pt x="7672" y="8978"/>
                    <a:pt x="7278" y="8728"/>
                  </a:cubicBezTo>
                  <a:cubicBezTo>
                    <a:pt x="8759" y="8382"/>
                    <a:pt x="9893" y="7878"/>
                    <a:pt x="10586" y="7122"/>
                  </a:cubicBezTo>
                  <a:cubicBezTo>
                    <a:pt x="10681" y="7027"/>
                    <a:pt x="10775" y="6933"/>
                    <a:pt x="10838" y="6838"/>
                  </a:cubicBezTo>
                  <a:close/>
                  <a:moveTo>
                    <a:pt x="1902" y="8486"/>
                  </a:moveTo>
                  <a:cubicBezTo>
                    <a:pt x="2355" y="8486"/>
                    <a:pt x="2810" y="8652"/>
                    <a:pt x="3151" y="9012"/>
                  </a:cubicBezTo>
                  <a:cubicBezTo>
                    <a:pt x="3718" y="9611"/>
                    <a:pt x="3812" y="10461"/>
                    <a:pt x="3466" y="11123"/>
                  </a:cubicBezTo>
                  <a:cubicBezTo>
                    <a:pt x="3151" y="10619"/>
                    <a:pt x="2804" y="10178"/>
                    <a:pt x="2426" y="9768"/>
                  </a:cubicBezTo>
                  <a:cubicBezTo>
                    <a:pt x="2017" y="9358"/>
                    <a:pt x="1544" y="9012"/>
                    <a:pt x="1040" y="8697"/>
                  </a:cubicBezTo>
                  <a:cubicBezTo>
                    <a:pt x="1304" y="8559"/>
                    <a:pt x="1603" y="8486"/>
                    <a:pt x="1902" y="8486"/>
                  </a:cubicBezTo>
                  <a:close/>
                  <a:moveTo>
                    <a:pt x="9468" y="0"/>
                  </a:moveTo>
                  <a:cubicBezTo>
                    <a:pt x="8905" y="0"/>
                    <a:pt x="8299" y="77"/>
                    <a:pt x="7719" y="222"/>
                  </a:cubicBezTo>
                  <a:cubicBezTo>
                    <a:pt x="7247" y="348"/>
                    <a:pt x="6711" y="537"/>
                    <a:pt x="6112" y="852"/>
                  </a:cubicBezTo>
                  <a:cubicBezTo>
                    <a:pt x="5784" y="699"/>
                    <a:pt x="5436" y="625"/>
                    <a:pt x="5090" y="625"/>
                  </a:cubicBezTo>
                  <a:cubicBezTo>
                    <a:pt x="4442" y="625"/>
                    <a:pt x="3802" y="884"/>
                    <a:pt x="3308" y="1356"/>
                  </a:cubicBezTo>
                  <a:cubicBezTo>
                    <a:pt x="2741" y="1955"/>
                    <a:pt x="2363" y="2774"/>
                    <a:pt x="2363" y="3656"/>
                  </a:cubicBezTo>
                  <a:cubicBezTo>
                    <a:pt x="2363" y="4475"/>
                    <a:pt x="2678" y="5263"/>
                    <a:pt x="3277" y="5893"/>
                  </a:cubicBezTo>
                  <a:cubicBezTo>
                    <a:pt x="3151" y="6649"/>
                    <a:pt x="3088" y="7405"/>
                    <a:pt x="3088" y="8130"/>
                  </a:cubicBezTo>
                  <a:cubicBezTo>
                    <a:pt x="2722" y="7947"/>
                    <a:pt x="2319" y="7854"/>
                    <a:pt x="1916" y="7854"/>
                  </a:cubicBezTo>
                  <a:cubicBezTo>
                    <a:pt x="1278" y="7854"/>
                    <a:pt x="641" y="8088"/>
                    <a:pt x="158" y="8571"/>
                  </a:cubicBezTo>
                  <a:cubicBezTo>
                    <a:pt x="0" y="8728"/>
                    <a:pt x="63" y="9043"/>
                    <a:pt x="252" y="9169"/>
                  </a:cubicBezTo>
                  <a:cubicBezTo>
                    <a:pt x="1481" y="9800"/>
                    <a:pt x="2489" y="10808"/>
                    <a:pt x="3119" y="12036"/>
                  </a:cubicBezTo>
                  <a:cubicBezTo>
                    <a:pt x="3191" y="12180"/>
                    <a:pt x="3315" y="12252"/>
                    <a:pt x="3443" y="12252"/>
                  </a:cubicBezTo>
                  <a:cubicBezTo>
                    <a:pt x="3539" y="12252"/>
                    <a:pt x="3637" y="12212"/>
                    <a:pt x="3718" y="12131"/>
                  </a:cubicBezTo>
                  <a:cubicBezTo>
                    <a:pt x="4506" y="11343"/>
                    <a:pt x="4663" y="10146"/>
                    <a:pt x="4159" y="9201"/>
                  </a:cubicBezTo>
                  <a:cubicBezTo>
                    <a:pt x="4884" y="9201"/>
                    <a:pt x="5671" y="9138"/>
                    <a:pt x="6396" y="9012"/>
                  </a:cubicBezTo>
                  <a:cubicBezTo>
                    <a:pt x="7026" y="9611"/>
                    <a:pt x="7814" y="9926"/>
                    <a:pt x="8633" y="9926"/>
                  </a:cubicBezTo>
                  <a:cubicBezTo>
                    <a:pt x="9452" y="9926"/>
                    <a:pt x="10271" y="9611"/>
                    <a:pt x="10933" y="8980"/>
                  </a:cubicBezTo>
                  <a:cubicBezTo>
                    <a:pt x="11657" y="8224"/>
                    <a:pt x="11878" y="7122"/>
                    <a:pt x="11437" y="6176"/>
                  </a:cubicBezTo>
                  <a:cubicBezTo>
                    <a:pt x="11752" y="5609"/>
                    <a:pt x="11941" y="5042"/>
                    <a:pt x="12067" y="4570"/>
                  </a:cubicBezTo>
                  <a:cubicBezTo>
                    <a:pt x="12224" y="3625"/>
                    <a:pt x="12256" y="2616"/>
                    <a:pt x="12130" y="1923"/>
                  </a:cubicBezTo>
                  <a:cubicBezTo>
                    <a:pt x="12067" y="1419"/>
                    <a:pt x="11626" y="1041"/>
                    <a:pt x="11153" y="1041"/>
                  </a:cubicBezTo>
                  <a:cubicBezTo>
                    <a:pt x="11122" y="537"/>
                    <a:pt x="10775" y="159"/>
                    <a:pt x="10302" y="65"/>
                  </a:cubicBezTo>
                  <a:cubicBezTo>
                    <a:pt x="10043" y="21"/>
                    <a:pt x="9761" y="0"/>
                    <a:pt x="94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9916;p66">
              <a:extLst>
                <a:ext uri="{FF2B5EF4-FFF2-40B4-BE49-F238E27FC236}">
                  <a16:creationId xmlns:a16="http://schemas.microsoft.com/office/drawing/2014/main" id="{D4615FE0-32C3-6644-1983-F9AB7171D5D8}"/>
                </a:ext>
              </a:extLst>
            </p:cNvPr>
            <p:cNvSpPr/>
            <p:nvPr/>
          </p:nvSpPr>
          <p:spPr>
            <a:xfrm>
              <a:off x="-21171875" y="2521375"/>
              <a:ext cx="73275" cy="66100"/>
            </a:xfrm>
            <a:custGeom>
              <a:avLst/>
              <a:gdLst/>
              <a:ahLst/>
              <a:cxnLst/>
              <a:rect l="l" t="t" r="r" b="b"/>
              <a:pathLst>
                <a:path w="2931" h="2644" extrusionOk="0">
                  <a:moveTo>
                    <a:pt x="1499" y="0"/>
                  </a:moveTo>
                  <a:cubicBezTo>
                    <a:pt x="1471" y="0"/>
                    <a:pt x="1444" y="3"/>
                    <a:pt x="1418" y="8"/>
                  </a:cubicBezTo>
                  <a:lnTo>
                    <a:pt x="1009" y="166"/>
                  </a:lnTo>
                  <a:cubicBezTo>
                    <a:pt x="253" y="386"/>
                    <a:pt x="1" y="1394"/>
                    <a:pt x="568" y="1930"/>
                  </a:cubicBezTo>
                  <a:lnTo>
                    <a:pt x="977" y="2340"/>
                  </a:lnTo>
                  <a:cubicBezTo>
                    <a:pt x="1182" y="2544"/>
                    <a:pt x="1451" y="2643"/>
                    <a:pt x="1720" y="2643"/>
                  </a:cubicBezTo>
                  <a:cubicBezTo>
                    <a:pt x="2154" y="2643"/>
                    <a:pt x="2586" y="2385"/>
                    <a:pt x="2742" y="1898"/>
                  </a:cubicBezTo>
                  <a:lnTo>
                    <a:pt x="2899" y="1457"/>
                  </a:lnTo>
                  <a:cubicBezTo>
                    <a:pt x="2931" y="1268"/>
                    <a:pt x="2805" y="1016"/>
                    <a:pt x="2616" y="985"/>
                  </a:cubicBezTo>
                  <a:cubicBezTo>
                    <a:pt x="2577" y="972"/>
                    <a:pt x="2537" y="966"/>
                    <a:pt x="2498" y="966"/>
                  </a:cubicBezTo>
                  <a:cubicBezTo>
                    <a:pt x="2344" y="966"/>
                    <a:pt x="2200" y="1061"/>
                    <a:pt x="2175" y="1237"/>
                  </a:cubicBezTo>
                  <a:lnTo>
                    <a:pt x="2017" y="1646"/>
                  </a:lnTo>
                  <a:cubicBezTo>
                    <a:pt x="1977" y="1806"/>
                    <a:pt x="1836" y="1890"/>
                    <a:pt x="1682" y="1890"/>
                  </a:cubicBezTo>
                  <a:cubicBezTo>
                    <a:pt x="1593" y="1890"/>
                    <a:pt x="1499" y="1862"/>
                    <a:pt x="1418" y="1804"/>
                  </a:cubicBezTo>
                  <a:lnTo>
                    <a:pt x="1040" y="1426"/>
                  </a:lnTo>
                  <a:cubicBezTo>
                    <a:pt x="851" y="1237"/>
                    <a:pt x="914" y="922"/>
                    <a:pt x="1198" y="827"/>
                  </a:cubicBezTo>
                  <a:lnTo>
                    <a:pt x="1639" y="670"/>
                  </a:lnTo>
                  <a:cubicBezTo>
                    <a:pt x="1828" y="607"/>
                    <a:pt x="1891" y="386"/>
                    <a:pt x="1859" y="229"/>
                  </a:cubicBezTo>
                  <a:cubicBezTo>
                    <a:pt x="1807" y="70"/>
                    <a:pt x="1643" y="0"/>
                    <a:pt x="14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0072;p66">
            <a:extLst>
              <a:ext uri="{FF2B5EF4-FFF2-40B4-BE49-F238E27FC236}">
                <a16:creationId xmlns:a16="http://schemas.microsoft.com/office/drawing/2014/main" id="{E67DA369-7AFE-DF18-A0C2-4C41AF0C9ADA}"/>
              </a:ext>
            </a:extLst>
          </p:cNvPr>
          <p:cNvSpPr/>
          <p:nvPr/>
        </p:nvSpPr>
        <p:spPr>
          <a:xfrm>
            <a:off x="5842018" y="1957081"/>
            <a:ext cx="620200" cy="614669"/>
          </a:xfrm>
          <a:custGeom>
            <a:avLst/>
            <a:gdLst/>
            <a:ahLst/>
            <a:cxnLst/>
            <a:rect l="l" t="t" r="r" b="b"/>
            <a:pathLst>
              <a:path w="12224" h="12115" extrusionOk="0">
                <a:moveTo>
                  <a:pt x="3245" y="741"/>
                </a:moveTo>
                <a:cubicBezTo>
                  <a:pt x="3497" y="993"/>
                  <a:pt x="3938" y="1465"/>
                  <a:pt x="3938" y="2033"/>
                </a:cubicBezTo>
                <a:cubicBezTo>
                  <a:pt x="3938" y="2568"/>
                  <a:pt x="3497" y="3104"/>
                  <a:pt x="3245" y="3324"/>
                </a:cubicBezTo>
                <a:cubicBezTo>
                  <a:pt x="2962" y="3041"/>
                  <a:pt x="2520" y="2568"/>
                  <a:pt x="2520" y="2033"/>
                </a:cubicBezTo>
                <a:cubicBezTo>
                  <a:pt x="2520" y="1528"/>
                  <a:pt x="2962" y="993"/>
                  <a:pt x="3245" y="741"/>
                </a:cubicBezTo>
                <a:close/>
                <a:moveTo>
                  <a:pt x="8979" y="741"/>
                </a:moveTo>
                <a:cubicBezTo>
                  <a:pt x="9263" y="993"/>
                  <a:pt x="9704" y="1465"/>
                  <a:pt x="9704" y="2033"/>
                </a:cubicBezTo>
                <a:cubicBezTo>
                  <a:pt x="9704" y="2568"/>
                  <a:pt x="9263" y="3104"/>
                  <a:pt x="8979" y="3324"/>
                </a:cubicBezTo>
                <a:cubicBezTo>
                  <a:pt x="8695" y="3041"/>
                  <a:pt x="8286" y="2568"/>
                  <a:pt x="8286" y="2033"/>
                </a:cubicBezTo>
                <a:cubicBezTo>
                  <a:pt x="8286" y="1528"/>
                  <a:pt x="8758" y="993"/>
                  <a:pt x="8979" y="741"/>
                </a:cubicBezTo>
                <a:close/>
                <a:moveTo>
                  <a:pt x="1827" y="3482"/>
                </a:moveTo>
                <a:cubicBezTo>
                  <a:pt x="2394" y="3482"/>
                  <a:pt x="2899" y="3954"/>
                  <a:pt x="2899" y="4553"/>
                </a:cubicBezTo>
                <a:lnTo>
                  <a:pt x="2899" y="4899"/>
                </a:lnTo>
                <a:lnTo>
                  <a:pt x="2520" y="4899"/>
                </a:lnTo>
                <a:cubicBezTo>
                  <a:pt x="1922" y="4899"/>
                  <a:pt x="1449" y="4427"/>
                  <a:pt x="1449" y="3828"/>
                </a:cubicBezTo>
                <a:lnTo>
                  <a:pt x="1449" y="3482"/>
                </a:lnTo>
                <a:close/>
                <a:moveTo>
                  <a:pt x="5041" y="3482"/>
                </a:moveTo>
                <a:lnTo>
                  <a:pt x="5041" y="3828"/>
                </a:lnTo>
                <a:cubicBezTo>
                  <a:pt x="5041" y="4427"/>
                  <a:pt x="4568" y="4899"/>
                  <a:pt x="3970" y="4899"/>
                </a:cubicBezTo>
                <a:lnTo>
                  <a:pt x="3623" y="4899"/>
                </a:lnTo>
                <a:lnTo>
                  <a:pt x="3623" y="4553"/>
                </a:lnTo>
                <a:cubicBezTo>
                  <a:pt x="3623" y="3954"/>
                  <a:pt x="4096" y="3482"/>
                  <a:pt x="4694" y="3482"/>
                </a:cubicBezTo>
                <a:close/>
                <a:moveTo>
                  <a:pt x="7561" y="3482"/>
                </a:moveTo>
                <a:cubicBezTo>
                  <a:pt x="8160" y="3482"/>
                  <a:pt x="8632" y="3954"/>
                  <a:pt x="8632" y="4553"/>
                </a:cubicBezTo>
                <a:lnTo>
                  <a:pt x="8632" y="4899"/>
                </a:lnTo>
                <a:lnTo>
                  <a:pt x="8286" y="4899"/>
                </a:lnTo>
                <a:cubicBezTo>
                  <a:pt x="7687" y="4899"/>
                  <a:pt x="7215" y="4427"/>
                  <a:pt x="7215" y="3828"/>
                </a:cubicBezTo>
                <a:lnTo>
                  <a:pt x="7215" y="3482"/>
                </a:lnTo>
                <a:close/>
                <a:moveTo>
                  <a:pt x="10806" y="3482"/>
                </a:moveTo>
                <a:lnTo>
                  <a:pt x="10806" y="3828"/>
                </a:lnTo>
                <a:cubicBezTo>
                  <a:pt x="10806" y="4427"/>
                  <a:pt x="10334" y="4899"/>
                  <a:pt x="9735" y="4899"/>
                </a:cubicBezTo>
                <a:lnTo>
                  <a:pt x="9389" y="4899"/>
                </a:lnTo>
                <a:lnTo>
                  <a:pt x="9389" y="4553"/>
                </a:lnTo>
                <a:cubicBezTo>
                  <a:pt x="9389" y="3954"/>
                  <a:pt x="9861" y="3482"/>
                  <a:pt x="10428" y="3482"/>
                </a:cubicBezTo>
                <a:close/>
                <a:moveTo>
                  <a:pt x="1827" y="5624"/>
                </a:moveTo>
                <a:cubicBezTo>
                  <a:pt x="2394" y="5624"/>
                  <a:pt x="2899" y="6065"/>
                  <a:pt x="2899" y="6664"/>
                </a:cubicBezTo>
                <a:lnTo>
                  <a:pt x="2899" y="7042"/>
                </a:lnTo>
                <a:lnTo>
                  <a:pt x="2520" y="7042"/>
                </a:lnTo>
                <a:cubicBezTo>
                  <a:pt x="1922" y="7042"/>
                  <a:pt x="1449" y="6569"/>
                  <a:pt x="1449" y="5971"/>
                </a:cubicBezTo>
                <a:lnTo>
                  <a:pt x="1449" y="5624"/>
                </a:lnTo>
                <a:close/>
                <a:moveTo>
                  <a:pt x="7561" y="5624"/>
                </a:moveTo>
                <a:cubicBezTo>
                  <a:pt x="8160" y="5624"/>
                  <a:pt x="8632" y="6065"/>
                  <a:pt x="8632" y="6664"/>
                </a:cubicBezTo>
                <a:lnTo>
                  <a:pt x="8632" y="7042"/>
                </a:lnTo>
                <a:lnTo>
                  <a:pt x="8286" y="7042"/>
                </a:lnTo>
                <a:cubicBezTo>
                  <a:pt x="7687" y="7042"/>
                  <a:pt x="7215" y="6569"/>
                  <a:pt x="7215" y="5971"/>
                </a:cubicBezTo>
                <a:lnTo>
                  <a:pt x="7215" y="5624"/>
                </a:lnTo>
                <a:close/>
                <a:moveTo>
                  <a:pt x="5009" y="5656"/>
                </a:moveTo>
                <a:lnTo>
                  <a:pt x="5009" y="6002"/>
                </a:lnTo>
                <a:cubicBezTo>
                  <a:pt x="5009" y="6601"/>
                  <a:pt x="4537" y="7073"/>
                  <a:pt x="3938" y="7073"/>
                </a:cubicBezTo>
                <a:lnTo>
                  <a:pt x="3592" y="7073"/>
                </a:lnTo>
                <a:lnTo>
                  <a:pt x="3592" y="6727"/>
                </a:lnTo>
                <a:cubicBezTo>
                  <a:pt x="3592" y="6128"/>
                  <a:pt x="4064" y="5656"/>
                  <a:pt x="4663" y="5656"/>
                </a:cubicBezTo>
                <a:close/>
                <a:moveTo>
                  <a:pt x="10806" y="5656"/>
                </a:moveTo>
                <a:lnTo>
                  <a:pt x="10806" y="6002"/>
                </a:lnTo>
                <a:cubicBezTo>
                  <a:pt x="10806" y="6601"/>
                  <a:pt x="10334" y="7073"/>
                  <a:pt x="9735" y="7073"/>
                </a:cubicBezTo>
                <a:lnTo>
                  <a:pt x="9389" y="7073"/>
                </a:lnTo>
                <a:lnTo>
                  <a:pt x="9389" y="6727"/>
                </a:lnTo>
                <a:cubicBezTo>
                  <a:pt x="9389" y="6128"/>
                  <a:pt x="9861" y="5656"/>
                  <a:pt x="10428" y="5656"/>
                </a:cubicBezTo>
                <a:close/>
                <a:moveTo>
                  <a:pt x="1827" y="7766"/>
                </a:moveTo>
                <a:cubicBezTo>
                  <a:pt x="2394" y="7766"/>
                  <a:pt x="2899" y="8239"/>
                  <a:pt x="2899" y="8838"/>
                </a:cubicBezTo>
                <a:lnTo>
                  <a:pt x="2899" y="9184"/>
                </a:lnTo>
                <a:lnTo>
                  <a:pt x="2520" y="9184"/>
                </a:lnTo>
                <a:cubicBezTo>
                  <a:pt x="1922" y="9184"/>
                  <a:pt x="1449" y="8712"/>
                  <a:pt x="1449" y="8144"/>
                </a:cubicBezTo>
                <a:lnTo>
                  <a:pt x="1449" y="7766"/>
                </a:lnTo>
                <a:close/>
                <a:moveTo>
                  <a:pt x="5041" y="7766"/>
                </a:moveTo>
                <a:lnTo>
                  <a:pt x="5041" y="8144"/>
                </a:lnTo>
                <a:cubicBezTo>
                  <a:pt x="5041" y="8712"/>
                  <a:pt x="4568" y="9184"/>
                  <a:pt x="3970" y="9184"/>
                </a:cubicBezTo>
                <a:lnTo>
                  <a:pt x="3623" y="9184"/>
                </a:lnTo>
                <a:lnTo>
                  <a:pt x="3623" y="8838"/>
                </a:lnTo>
                <a:cubicBezTo>
                  <a:pt x="3623" y="8239"/>
                  <a:pt x="4096" y="7766"/>
                  <a:pt x="4694" y="7766"/>
                </a:cubicBezTo>
                <a:close/>
                <a:moveTo>
                  <a:pt x="7561" y="7766"/>
                </a:moveTo>
                <a:cubicBezTo>
                  <a:pt x="8160" y="7766"/>
                  <a:pt x="8632" y="8239"/>
                  <a:pt x="8632" y="8838"/>
                </a:cubicBezTo>
                <a:lnTo>
                  <a:pt x="8632" y="9184"/>
                </a:lnTo>
                <a:lnTo>
                  <a:pt x="8286" y="9184"/>
                </a:lnTo>
                <a:cubicBezTo>
                  <a:pt x="7687" y="9184"/>
                  <a:pt x="7215" y="8712"/>
                  <a:pt x="7215" y="8144"/>
                </a:cubicBezTo>
                <a:lnTo>
                  <a:pt x="7215" y="7766"/>
                </a:lnTo>
                <a:close/>
                <a:moveTo>
                  <a:pt x="10806" y="7766"/>
                </a:moveTo>
                <a:lnTo>
                  <a:pt x="10806" y="8144"/>
                </a:lnTo>
                <a:cubicBezTo>
                  <a:pt x="10806" y="8712"/>
                  <a:pt x="10334" y="9184"/>
                  <a:pt x="9735" y="9184"/>
                </a:cubicBezTo>
                <a:lnTo>
                  <a:pt x="9389" y="9184"/>
                </a:lnTo>
                <a:lnTo>
                  <a:pt x="9389" y="8838"/>
                </a:lnTo>
                <a:cubicBezTo>
                  <a:pt x="9389" y="8239"/>
                  <a:pt x="9861" y="7766"/>
                  <a:pt x="10428" y="7766"/>
                </a:cubicBezTo>
                <a:close/>
                <a:moveTo>
                  <a:pt x="3214" y="0"/>
                </a:moveTo>
                <a:cubicBezTo>
                  <a:pt x="3135" y="0"/>
                  <a:pt x="3056" y="16"/>
                  <a:pt x="2993" y="48"/>
                </a:cubicBezTo>
                <a:cubicBezTo>
                  <a:pt x="2962" y="79"/>
                  <a:pt x="1796" y="961"/>
                  <a:pt x="1796" y="2127"/>
                </a:cubicBezTo>
                <a:cubicBezTo>
                  <a:pt x="1796" y="2379"/>
                  <a:pt x="1827" y="2663"/>
                  <a:pt x="1953" y="2852"/>
                </a:cubicBezTo>
                <a:lnTo>
                  <a:pt x="1071" y="2852"/>
                </a:lnTo>
                <a:cubicBezTo>
                  <a:pt x="882" y="2852"/>
                  <a:pt x="725" y="3009"/>
                  <a:pt x="725" y="3198"/>
                </a:cubicBezTo>
                <a:lnTo>
                  <a:pt x="725" y="3923"/>
                </a:lnTo>
                <a:cubicBezTo>
                  <a:pt x="725" y="4301"/>
                  <a:pt x="851" y="4710"/>
                  <a:pt x="1071" y="4994"/>
                </a:cubicBezTo>
                <a:cubicBezTo>
                  <a:pt x="882" y="4994"/>
                  <a:pt x="725" y="5152"/>
                  <a:pt x="725" y="5341"/>
                </a:cubicBezTo>
                <a:lnTo>
                  <a:pt x="725" y="6034"/>
                </a:lnTo>
                <a:cubicBezTo>
                  <a:pt x="725" y="6443"/>
                  <a:pt x="851" y="6821"/>
                  <a:pt x="1071" y="7105"/>
                </a:cubicBezTo>
                <a:cubicBezTo>
                  <a:pt x="882" y="7105"/>
                  <a:pt x="725" y="7262"/>
                  <a:pt x="725" y="7451"/>
                </a:cubicBezTo>
                <a:lnTo>
                  <a:pt x="725" y="8176"/>
                </a:lnTo>
                <a:cubicBezTo>
                  <a:pt x="725" y="9153"/>
                  <a:pt x="1512" y="9940"/>
                  <a:pt x="2489" y="9940"/>
                </a:cubicBezTo>
                <a:lnTo>
                  <a:pt x="2836" y="9940"/>
                </a:lnTo>
                <a:lnTo>
                  <a:pt x="2836" y="11389"/>
                </a:lnTo>
                <a:lnTo>
                  <a:pt x="378" y="11389"/>
                </a:lnTo>
                <a:cubicBezTo>
                  <a:pt x="158" y="11389"/>
                  <a:pt x="0" y="11547"/>
                  <a:pt x="0" y="11768"/>
                </a:cubicBezTo>
                <a:cubicBezTo>
                  <a:pt x="0" y="11957"/>
                  <a:pt x="158" y="12114"/>
                  <a:pt x="378" y="12114"/>
                </a:cubicBezTo>
                <a:lnTo>
                  <a:pt x="11814" y="12114"/>
                </a:lnTo>
                <a:cubicBezTo>
                  <a:pt x="12035" y="12114"/>
                  <a:pt x="12192" y="11957"/>
                  <a:pt x="12192" y="11768"/>
                </a:cubicBezTo>
                <a:cubicBezTo>
                  <a:pt x="12224" y="11547"/>
                  <a:pt x="12066" y="11389"/>
                  <a:pt x="11846" y="11389"/>
                </a:cubicBezTo>
                <a:lnTo>
                  <a:pt x="9389" y="11389"/>
                </a:lnTo>
                <a:lnTo>
                  <a:pt x="9389" y="9940"/>
                </a:lnTo>
                <a:lnTo>
                  <a:pt x="9735" y="9940"/>
                </a:lnTo>
                <a:cubicBezTo>
                  <a:pt x="10712" y="9940"/>
                  <a:pt x="11499" y="9153"/>
                  <a:pt x="11499" y="8176"/>
                </a:cubicBezTo>
                <a:lnTo>
                  <a:pt x="11499" y="7451"/>
                </a:lnTo>
                <a:cubicBezTo>
                  <a:pt x="11499" y="7262"/>
                  <a:pt x="11342" y="7105"/>
                  <a:pt x="11153" y="7105"/>
                </a:cubicBezTo>
                <a:cubicBezTo>
                  <a:pt x="11373" y="6790"/>
                  <a:pt x="11499" y="6443"/>
                  <a:pt x="11499" y="6034"/>
                </a:cubicBezTo>
                <a:lnTo>
                  <a:pt x="11499" y="5341"/>
                </a:lnTo>
                <a:cubicBezTo>
                  <a:pt x="11499" y="5152"/>
                  <a:pt x="11342" y="4994"/>
                  <a:pt x="11153" y="4994"/>
                </a:cubicBezTo>
                <a:cubicBezTo>
                  <a:pt x="11373" y="4679"/>
                  <a:pt x="11499" y="4301"/>
                  <a:pt x="11499" y="3923"/>
                </a:cubicBezTo>
                <a:lnTo>
                  <a:pt x="11499" y="3198"/>
                </a:lnTo>
                <a:cubicBezTo>
                  <a:pt x="11499" y="3009"/>
                  <a:pt x="11342" y="2852"/>
                  <a:pt x="11153" y="2852"/>
                </a:cubicBezTo>
                <a:lnTo>
                  <a:pt x="10271" y="2852"/>
                </a:lnTo>
                <a:cubicBezTo>
                  <a:pt x="10365" y="2631"/>
                  <a:pt x="10428" y="2379"/>
                  <a:pt x="10428" y="2127"/>
                </a:cubicBezTo>
                <a:cubicBezTo>
                  <a:pt x="10428" y="993"/>
                  <a:pt x="9263" y="79"/>
                  <a:pt x="9231" y="48"/>
                </a:cubicBezTo>
                <a:cubicBezTo>
                  <a:pt x="9168" y="16"/>
                  <a:pt x="9089" y="0"/>
                  <a:pt x="9010" y="0"/>
                </a:cubicBezTo>
                <a:cubicBezTo>
                  <a:pt x="8932" y="0"/>
                  <a:pt x="8853" y="16"/>
                  <a:pt x="8790" y="48"/>
                </a:cubicBezTo>
                <a:cubicBezTo>
                  <a:pt x="8758" y="79"/>
                  <a:pt x="7561" y="961"/>
                  <a:pt x="7561" y="2127"/>
                </a:cubicBezTo>
                <a:cubicBezTo>
                  <a:pt x="7561" y="2379"/>
                  <a:pt x="7624" y="2663"/>
                  <a:pt x="7719" y="2852"/>
                </a:cubicBezTo>
                <a:lnTo>
                  <a:pt x="6868" y="2852"/>
                </a:lnTo>
                <a:cubicBezTo>
                  <a:pt x="6679" y="2852"/>
                  <a:pt x="6522" y="3009"/>
                  <a:pt x="6522" y="3198"/>
                </a:cubicBezTo>
                <a:lnTo>
                  <a:pt x="6522" y="3923"/>
                </a:lnTo>
                <a:cubicBezTo>
                  <a:pt x="6522" y="4301"/>
                  <a:pt x="6616" y="4710"/>
                  <a:pt x="6868" y="4994"/>
                </a:cubicBezTo>
                <a:cubicBezTo>
                  <a:pt x="6679" y="4994"/>
                  <a:pt x="6522" y="5152"/>
                  <a:pt x="6522" y="5341"/>
                </a:cubicBezTo>
                <a:lnTo>
                  <a:pt x="6522" y="6034"/>
                </a:lnTo>
                <a:cubicBezTo>
                  <a:pt x="6522" y="6443"/>
                  <a:pt x="6616" y="6821"/>
                  <a:pt x="6868" y="7105"/>
                </a:cubicBezTo>
                <a:cubicBezTo>
                  <a:pt x="6679" y="7105"/>
                  <a:pt x="6522" y="7262"/>
                  <a:pt x="6522" y="7451"/>
                </a:cubicBezTo>
                <a:lnTo>
                  <a:pt x="6522" y="8176"/>
                </a:lnTo>
                <a:cubicBezTo>
                  <a:pt x="6522" y="9153"/>
                  <a:pt x="7309" y="9940"/>
                  <a:pt x="8286" y="9940"/>
                </a:cubicBezTo>
                <a:lnTo>
                  <a:pt x="8632" y="9940"/>
                </a:lnTo>
                <a:lnTo>
                  <a:pt x="8632" y="11389"/>
                </a:lnTo>
                <a:lnTo>
                  <a:pt x="3592" y="11389"/>
                </a:lnTo>
                <a:lnTo>
                  <a:pt x="3592" y="9940"/>
                </a:lnTo>
                <a:lnTo>
                  <a:pt x="3938" y="9940"/>
                </a:lnTo>
                <a:cubicBezTo>
                  <a:pt x="4946" y="9940"/>
                  <a:pt x="5734" y="9153"/>
                  <a:pt x="5734" y="8176"/>
                </a:cubicBezTo>
                <a:lnTo>
                  <a:pt x="5734" y="7451"/>
                </a:lnTo>
                <a:cubicBezTo>
                  <a:pt x="5734" y="7262"/>
                  <a:pt x="5576" y="7105"/>
                  <a:pt x="5356" y="7105"/>
                </a:cubicBezTo>
                <a:cubicBezTo>
                  <a:pt x="5608" y="6790"/>
                  <a:pt x="5734" y="6443"/>
                  <a:pt x="5734" y="6034"/>
                </a:cubicBezTo>
                <a:lnTo>
                  <a:pt x="5734" y="5341"/>
                </a:lnTo>
                <a:cubicBezTo>
                  <a:pt x="5734" y="5152"/>
                  <a:pt x="5576" y="4994"/>
                  <a:pt x="5356" y="4994"/>
                </a:cubicBezTo>
                <a:cubicBezTo>
                  <a:pt x="5608" y="4679"/>
                  <a:pt x="5734" y="4301"/>
                  <a:pt x="5734" y="3923"/>
                </a:cubicBezTo>
                <a:lnTo>
                  <a:pt x="5734" y="3198"/>
                </a:lnTo>
                <a:cubicBezTo>
                  <a:pt x="5734" y="3009"/>
                  <a:pt x="5576" y="2852"/>
                  <a:pt x="5356" y="2852"/>
                </a:cubicBezTo>
                <a:lnTo>
                  <a:pt x="4505" y="2852"/>
                </a:lnTo>
                <a:cubicBezTo>
                  <a:pt x="4568" y="2631"/>
                  <a:pt x="4663" y="2379"/>
                  <a:pt x="4663" y="2127"/>
                </a:cubicBezTo>
                <a:cubicBezTo>
                  <a:pt x="4663" y="993"/>
                  <a:pt x="3466" y="79"/>
                  <a:pt x="3434" y="48"/>
                </a:cubicBezTo>
                <a:cubicBezTo>
                  <a:pt x="3371" y="16"/>
                  <a:pt x="3292" y="0"/>
                  <a:pt x="3214" y="0"/>
                </a:cubicBezTo>
                <a:close/>
              </a:path>
            </a:pathLst>
          </a:custGeom>
          <a:solidFill>
            <a:srgbClr val="4ABC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63"/>
        <p:cNvGrpSpPr/>
        <p:nvPr/>
      </p:nvGrpSpPr>
      <p:grpSpPr>
        <a:xfrm>
          <a:off x="0" y="0"/>
          <a:ext cx="0" cy="0"/>
          <a:chOff x="0" y="0"/>
          <a:chExt cx="0" cy="0"/>
        </a:xfrm>
      </p:grpSpPr>
      <p:pic>
        <p:nvPicPr>
          <p:cNvPr id="264" name="Google Shape;264;p33"/>
          <p:cNvPicPr preferRelativeResize="0"/>
          <p:nvPr/>
        </p:nvPicPr>
        <p:blipFill rotWithShape="1">
          <a:blip r:embed="rId3">
            <a:alphaModFix/>
          </a:blip>
          <a:srcRect l="28908" t="43493" r="17025"/>
          <a:stretch/>
        </p:blipFill>
        <p:spPr>
          <a:xfrm rot="-4812664">
            <a:off x="-1424811" y="518428"/>
            <a:ext cx="5853222" cy="3964969"/>
          </a:xfrm>
          <a:prstGeom prst="rect">
            <a:avLst/>
          </a:prstGeom>
          <a:noFill/>
          <a:ln>
            <a:noFill/>
          </a:ln>
        </p:spPr>
      </p:pic>
      <p:sp>
        <p:nvSpPr>
          <p:cNvPr id="265" name="Google Shape;265;p33"/>
          <p:cNvSpPr txBox="1">
            <a:spLocks noGrp="1"/>
          </p:cNvSpPr>
          <p:nvPr>
            <p:ph type="title"/>
          </p:nvPr>
        </p:nvSpPr>
        <p:spPr>
          <a:xfrm>
            <a:off x="4500000" y="2420913"/>
            <a:ext cx="439751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a:t>
            </a:r>
            <a:r>
              <a:rPr lang="en" dirty="0" err="1"/>
              <a:t>roject</a:t>
            </a:r>
            <a:r>
              <a:rPr lang="en" dirty="0"/>
              <a:t> implementation</a:t>
            </a:r>
            <a:endParaRPr dirty="0"/>
          </a:p>
        </p:txBody>
      </p:sp>
      <p:pic>
        <p:nvPicPr>
          <p:cNvPr id="266" name="Google Shape;266;p33"/>
          <p:cNvPicPr preferRelativeResize="0">
            <a:picLocks noGrp="1"/>
          </p:cNvPicPr>
          <p:nvPr>
            <p:ph type="pic" idx="3"/>
          </p:nvPr>
        </p:nvPicPr>
        <p:blipFill>
          <a:blip r:embed="rId4"/>
          <a:srcRect l="21463" r="21463"/>
          <a:stretch/>
        </p:blipFill>
        <p:spPr>
          <a:xfrm>
            <a:off x="713220" y="974850"/>
            <a:ext cx="3189900" cy="3193800"/>
          </a:xfrm>
          <a:prstGeom prst="ellipse">
            <a:avLst/>
          </a:prstGeom>
        </p:spPr>
      </p:pic>
      <p:sp>
        <p:nvSpPr>
          <p:cNvPr id="267" name="Google Shape;267;p33"/>
          <p:cNvSpPr txBox="1">
            <a:spLocks noGrp="1"/>
          </p:cNvSpPr>
          <p:nvPr>
            <p:ph type="title" idx="2"/>
          </p:nvPr>
        </p:nvSpPr>
        <p:spPr>
          <a:xfrm>
            <a:off x="4500000" y="1095976"/>
            <a:ext cx="25080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Tree>
    <p:extLst>
      <p:ext uri="{BB962C8B-B14F-4D97-AF65-F5344CB8AC3E}">
        <p14:creationId xmlns:p14="http://schemas.microsoft.com/office/powerpoint/2010/main" val="2800555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6"/>
          <p:cNvPicPr preferRelativeResize="0"/>
          <p:nvPr/>
        </p:nvPicPr>
        <p:blipFill rotWithShape="1">
          <a:blip r:embed="rId3">
            <a:alphaModFix/>
          </a:blip>
          <a:srcRect t="76276" r="61829"/>
          <a:stretch/>
        </p:blipFill>
        <p:spPr>
          <a:xfrm>
            <a:off x="5011575" y="-19050"/>
            <a:ext cx="4132424" cy="1664574"/>
          </a:xfrm>
          <a:prstGeom prst="rect">
            <a:avLst/>
          </a:prstGeom>
          <a:noFill/>
          <a:ln>
            <a:noFill/>
          </a:ln>
        </p:spPr>
      </p:pic>
      <p:sp>
        <p:nvSpPr>
          <p:cNvPr id="318" name="Google Shape;318;p36"/>
          <p:cNvSpPr txBox="1">
            <a:spLocks noGrp="1"/>
          </p:cNvSpPr>
          <p:nvPr>
            <p:ph type="subTitle" idx="3"/>
          </p:nvPr>
        </p:nvSpPr>
        <p:spPr>
          <a:xfrm>
            <a:off x="818026" y="1269047"/>
            <a:ext cx="3314400" cy="277816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 dirty="0"/>
              <a:t>Three .</a:t>
            </a:r>
            <a:r>
              <a:rPr lang="en" dirty="0" err="1"/>
              <a:t>json</a:t>
            </a:r>
            <a:r>
              <a:rPr lang="en" dirty="0"/>
              <a:t> datasets with </a:t>
            </a:r>
            <a:r>
              <a:rPr lang="en-CY" b="0" i="0" u="none" strike="noStrike" dirty="0">
                <a:solidFill>
                  <a:schemeClr val="tx1"/>
                </a:solidFill>
                <a:effectLst/>
                <a:latin typeface="Bai Jamjuree Light" pitchFamily="2" charset="-34"/>
                <a:cs typeface="Bai Jamjuree Light" pitchFamily="2" charset="-34"/>
              </a:rPr>
              <a:t>~125.000 recipes  </a:t>
            </a:r>
            <a:r>
              <a:rPr lang="en" dirty="0"/>
              <a:t>scraped from various websites as </a:t>
            </a:r>
            <a:r>
              <a:rPr lang="en-GB" dirty="0" err="1"/>
              <a:t>foodnetwork.co.uk</a:t>
            </a:r>
            <a:r>
              <a:rPr lang="en-GB" dirty="0"/>
              <a:t>, etc…</a:t>
            </a:r>
            <a:endParaRPr lang="en" dirty="0"/>
          </a:p>
          <a:p>
            <a:pPr marL="171450" lvl="0" indent="-171450" algn="l" rtl="0">
              <a:spcBef>
                <a:spcPts val="0"/>
              </a:spcBef>
              <a:spcAft>
                <a:spcPts val="0"/>
              </a:spcAft>
              <a:buFont typeface="Arial" panose="020B0604020202020204" pitchFamily="34" charset="0"/>
              <a:buChar char="•"/>
            </a:pPr>
            <a:endParaRPr lang="en" dirty="0">
              <a:solidFill>
                <a:schemeClr val="tx1"/>
              </a:solidFill>
              <a:latin typeface="Bai Jamjuree Light" pitchFamily="2" charset="-34"/>
              <a:cs typeface="Bai Jamjuree Light" pitchFamily="2" charset="-34"/>
            </a:endParaRPr>
          </a:p>
          <a:p>
            <a:pPr marL="171450" lvl="0" indent="-171450" algn="l" rtl="0">
              <a:spcBef>
                <a:spcPts val="0"/>
              </a:spcBef>
              <a:spcAft>
                <a:spcPts val="0"/>
              </a:spcAft>
              <a:buFont typeface="Arial" panose="020B0604020202020204" pitchFamily="34" charset="0"/>
              <a:buChar char="•"/>
            </a:pPr>
            <a:r>
              <a:rPr lang="en" dirty="0">
                <a:solidFill>
                  <a:schemeClr val="tx1"/>
                </a:solidFill>
                <a:latin typeface="Bai Jamjuree Light" pitchFamily="2" charset="-34"/>
                <a:cs typeface="Bai Jamjuree Light" pitchFamily="2" charset="-34"/>
              </a:rPr>
              <a:t>In each dataset every recipe is in the form:</a:t>
            </a:r>
          </a:p>
          <a:p>
            <a:pPr marL="0" lvl="0" indent="0" algn="l" rtl="0">
              <a:spcBef>
                <a:spcPts val="0"/>
              </a:spcBef>
              <a:spcAft>
                <a:spcPts val="0"/>
              </a:spcAft>
            </a:pPr>
            <a:r>
              <a:rPr lang="en" dirty="0">
                <a:solidFill>
                  <a:schemeClr val="tx1"/>
                </a:solidFill>
                <a:latin typeface="Bai Jamjuree Light" pitchFamily="2" charset="-34"/>
                <a:cs typeface="Bai Jamjuree Light" pitchFamily="2" charset="-34"/>
              </a:rPr>
              <a:t>                        {</a:t>
            </a:r>
          </a:p>
          <a:p>
            <a:pPr marL="0" lvl="0" indent="0" algn="l" rtl="0">
              <a:spcBef>
                <a:spcPts val="0"/>
              </a:spcBef>
              <a:spcAft>
                <a:spcPts val="0"/>
              </a:spcAft>
            </a:pPr>
            <a:r>
              <a:rPr lang="en" dirty="0">
                <a:solidFill>
                  <a:schemeClr val="tx1"/>
                </a:solidFill>
                <a:latin typeface="Bai Jamjuree Light" pitchFamily="2" charset="-34"/>
                <a:cs typeface="Bai Jamjuree Light" pitchFamily="2" charset="-34"/>
              </a:rPr>
              <a:t>	</a:t>
            </a:r>
            <a:r>
              <a:rPr lang="en-GB" dirty="0"/>
              <a:t>”recipe key": { "title": ” ", 	"ingredients": [ ” " ], 	"instructions": ” ", </a:t>
            </a:r>
          </a:p>
          <a:p>
            <a:pPr marL="0" lvl="0" indent="0" algn="l" rtl="0">
              <a:spcBef>
                <a:spcPts val="0"/>
              </a:spcBef>
              <a:spcAft>
                <a:spcPts val="0"/>
              </a:spcAft>
            </a:pPr>
            <a:r>
              <a:rPr lang="en-GB" dirty="0"/>
              <a:t>	"</a:t>
            </a:r>
            <a:r>
              <a:rPr lang="en-GB" dirty="0" err="1"/>
              <a:t>picture_link</a:t>
            </a:r>
            <a:r>
              <a:rPr lang="en-GB" dirty="0"/>
              <a:t>": ” ”</a:t>
            </a:r>
          </a:p>
          <a:p>
            <a:pPr marL="0" lvl="0" indent="0" algn="l" rtl="0">
              <a:spcBef>
                <a:spcPts val="0"/>
              </a:spcBef>
              <a:spcAft>
                <a:spcPts val="0"/>
              </a:spcAft>
            </a:pPr>
            <a:r>
              <a:rPr lang="en-GB" dirty="0"/>
              <a:t>                        }</a:t>
            </a:r>
          </a:p>
          <a:p>
            <a:pPr marL="0" lvl="0" indent="0" algn="l" rtl="0">
              <a:spcBef>
                <a:spcPts val="0"/>
              </a:spcBef>
              <a:spcAft>
                <a:spcPts val="0"/>
              </a:spcAft>
            </a:pPr>
            <a:endParaRPr lang="en-GB" dirty="0"/>
          </a:p>
          <a:p>
            <a:pPr marL="0" lvl="0" indent="0" algn="l" rtl="0">
              <a:spcBef>
                <a:spcPts val="0"/>
              </a:spcBef>
              <a:spcAft>
                <a:spcPts val="0"/>
              </a:spcAft>
            </a:pPr>
            <a:endParaRPr lang="en-GB" dirty="0">
              <a:solidFill>
                <a:schemeClr val="tx1"/>
              </a:solidFill>
              <a:latin typeface="Bai Jamjuree Light" pitchFamily="2" charset="-34"/>
              <a:cs typeface="Bai Jamjuree Light" pitchFamily="2" charset="-34"/>
            </a:endParaRPr>
          </a:p>
          <a:p>
            <a:pPr marL="171450" lvl="0" indent="-171450" algn="l" rtl="0">
              <a:spcBef>
                <a:spcPts val="0"/>
              </a:spcBef>
              <a:spcAft>
                <a:spcPts val="0"/>
              </a:spcAft>
              <a:buFont typeface="Arial" panose="020B0604020202020204" pitchFamily="34" charset="0"/>
              <a:buChar char="•"/>
            </a:pPr>
            <a:r>
              <a:rPr lang="en-GB" dirty="0">
                <a:solidFill>
                  <a:schemeClr val="tx1"/>
                </a:solidFill>
                <a:latin typeface="Bai Jamjuree Light" pitchFamily="2" charset="-34"/>
                <a:cs typeface="Bai Jamjuree Light" pitchFamily="2" charset="-34"/>
              </a:rPr>
              <a:t>In the end we used only one of the three dataset, with 39801 recipes, since the computational power required otherwise will be not sustainable. </a:t>
            </a:r>
            <a:endParaRPr lang="en-GB" dirty="0"/>
          </a:p>
        </p:txBody>
      </p:sp>
      <p:sp>
        <p:nvSpPr>
          <p:cNvPr id="319" name="Google Shape;319;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a:t>
            </a:r>
            <a:r>
              <a:rPr lang="en" dirty="0" err="1"/>
              <a:t>ataset</a:t>
            </a:r>
            <a:endParaRPr dirty="0"/>
          </a:p>
        </p:txBody>
      </p:sp>
      <p:pic>
        <p:nvPicPr>
          <p:cNvPr id="3" name="Picture 2" descr="A close up of a purple food&#10;&#10;Description automatically generated">
            <a:extLst>
              <a:ext uri="{FF2B5EF4-FFF2-40B4-BE49-F238E27FC236}">
                <a16:creationId xmlns:a16="http://schemas.microsoft.com/office/drawing/2014/main" id="{6A166DEB-C99E-C313-6B6C-1B5F30002204}"/>
              </a:ext>
            </a:extLst>
          </p:cNvPr>
          <p:cNvPicPr>
            <a:picLocks noChangeAspect="1"/>
          </p:cNvPicPr>
          <p:nvPr/>
        </p:nvPicPr>
        <p:blipFill rotWithShape="1">
          <a:blip r:embed="rId4"/>
          <a:srcRect b="482"/>
          <a:stretch/>
        </p:blipFill>
        <p:spPr>
          <a:xfrm>
            <a:off x="4572000" y="731375"/>
            <a:ext cx="2529840" cy="1560951"/>
          </a:xfrm>
          <a:prstGeom prst="rect">
            <a:avLst/>
          </a:prstGeom>
        </p:spPr>
      </p:pic>
      <p:sp>
        <p:nvSpPr>
          <p:cNvPr id="2" name="Google Shape;318;p36">
            <a:extLst>
              <a:ext uri="{FF2B5EF4-FFF2-40B4-BE49-F238E27FC236}">
                <a16:creationId xmlns:a16="http://schemas.microsoft.com/office/drawing/2014/main" id="{715CC512-F383-CAF0-5846-DA90096A3B05}"/>
              </a:ext>
            </a:extLst>
          </p:cNvPr>
          <p:cNvSpPr txBox="1">
            <a:spLocks/>
          </p:cNvSpPr>
          <p:nvPr/>
        </p:nvSpPr>
        <p:spPr>
          <a:xfrm>
            <a:off x="4572000" y="2292326"/>
            <a:ext cx="4132425" cy="25343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1pPr>
            <a:lvl2pPr marL="914400" marR="0" lvl="1"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2pPr>
            <a:lvl3pPr marL="1371600" marR="0" lvl="2"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3pPr>
            <a:lvl4pPr marL="1828800" marR="0" lvl="3"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4pPr>
            <a:lvl5pPr marL="2286000" marR="0" lvl="4"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5pPr>
            <a:lvl6pPr marL="2743200" marR="0" lvl="5"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6pPr>
            <a:lvl7pPr marL="3200400" marR="0" lvl="6"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7pPr>
            <a:lvl8pPr marL="3657600" marR="0" lvl="7"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8pPr>
            <a:lvl9pPr marL="4114800" marR="0" lvl="8"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9pPr>
          </a:lstStyle>
          <a:p>
            <a:pPr marL="0" indent="0"/>
            <a:r>
              <a:rPr lang="en-GB" sz="800" dirty="0"/>
              <a:t>Example</a:t>
            </a:r>
          </a:p>
          <a:p>
            <a:pPr marL="0" indent="0"/>
            <a:r>
              <a:rPr lang="en-GB" sz="800" dirty="0"/>
              <a:t>{</a:t>
            </a:r>
          </a:p>
          <a:p>
            <a:pPr marL="0" indent="0"/>
            <a:r>
              <a:rPr lang="en-GB" sz="800" dirty="0"/>
              <a:t>  "rmK12Uau.ntP510KeImX506H6Mr6jTu": {</a:t>
            </a:r>
          </a:p>
          <a:p>
            <a:pPr marL="0" indent="0"/>
            <a:r>
              <a:rPr lang="en-GB" sz="800" dirty="0"/>
              <a:t>    "title": "Slow Cooker Chicken and Dumplings",</a:t>
            </a:r>
          </a:p>
          <a:p>
            <a:pPr marL="0" indent="0"/>
            <a:r>
              <a:rPr lang="en-GB" sz="800" dirty="0"/>
              <a:t>    "ingredients": [</a:t>
            </a:r>
          </a:p>
          <a:p>
            <a:pPr marL="0" indent="0"/>
            <a:r>
              <a:rPr lang="en-GB" sz="800" dirty="0"/>
              <a:t>      "4 skinless, boneless chicken breast halves ADVERTISEMENT",</a:t>
            </a:r>
          </a:p>
          <a:p>
            <a:pPr marL="0" indent="0"/>
            <a:r>
              <a:rPr lang="en-GB" sz="800" dirty="0"/>
              <a:t>      "2 tablespoons butter ADVERTISEMENT",</a:t>
            </a:r>
          </a:p>
          <a:p>
            <a:pPr marL="0" indent="0"/>
            <a:r>
              <a:rPr lang="en-GB" sz="800" dirty="0"/>
              <a:t>      "2 (10.75 ounce) cans condensed cream of chicken soup ADVERTISEMENT",</a:t>
            </a:r>
          </a:p>
          <a:p>
            <a:pPr marL="0" indent="0"/>
            <a:r>
              <a:rPr lang="en-GB" sz="800" dirty="0"/>
              <a:t>      "1 onion, finely diced ADVERTISEMENT",</a:t>
            </a:r>
          </a:p>
          <a:p>
            <a:pPr marL="0" indent="0"/>
            <a:r>
              <a:rPr lang="en-GB" sz="800" dirty="0"/>
              <a:t>      "2 (10 ounce) packages refrigerated biscuit dough, torn into pieces ADVERTISEMENT",</a:t>
            </a:r>
          </a:p>
          <a:p>
            <a:pPr marL="0" indent="0"/>
            <a:r>
              <a:rPr lang="en-GB" sz="800" dirty="0"/>
              <a:t>      "ADVERTISEMENT"</a:t>
            </a:r>
          </a:p>
          <a:p>
            <a:pPr marL="0" indent="0"/>
            <a:r>
              <a:rPr lang="en-GB" sz="800" dirty="0"/>
              <a:t>    ],</a:t>
            </a:r>
          </a:p>
          <a:p>
            <a:pPr marL="0" indent="0"/>
            <a:r>
              <a:rPr lang="en-GB" sz="800" dirty="0"/>
              <a:t>    "instructions": "Place the chicken, butter, soup, and onion in a slow cooker, and fill with enough water to cover.\</a:t>
            </a:r>
            <a:r>
              <a:rPr lang="en-GB" sz="800" dirty="0" err="1"/>
              <a:t>nCover</a:t>
            </a:r>
            <a:r>
              <a:rPr lang="en-GB" sz="800" dirty="0"/>
              <a:t>, and cook for 5 to 6 hours on High. About 30 minutes before serving, place the torn biscuit dough in the slow cooker. Cook until the dough is no longer raw in the </a:t>
            </a:r>
            <a:r>
              <a:rPr lang="en-GB" sz="800" dirty="0" err="1"/>
              <a:t>center</a:t>
            </a:r>
            <a:r>
              <a:rPr lang="en-GB" sz="800" dirty="0"/>
              <a:t>.\n",</a:t>
            </a:r>
          </a:p>
          <a:p>
            <a:pPr marL="0" indent="0"/>
            <a:r>
              <a:rPr lang="en-GB" sz="800" dirty="0"/>
              <a:t>    "</a:t>
            </a:r>
            <a:r>
              <a:rPr lang="en-GB" sz="800" dirty="0" err="1"/>
              <a:t>picture_link</a:t>
            </a:r>
            <a:r>
              <a:rPr lang="en-GB" sz="800" dirty="0"/>
              <a:t>": "55lznCYBbs2mT8BTx6BTkLhynGHzM.S"</a:t>
            </a:r>
          </a:p>
          <a:p>
            <a:pPr marL="0" indent="0"/>
            <a:r>
              <a:rPr lang="en-GB" sz="8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a:t>
            </a:r>
            <a:r>
              <a:rPr lang="en" dirty="0" err="1"/>
              <a:t>ata</a:t>
            </a:r>
            <a:r>
              <a:rPr lang="en" dirty="0"/>
              <a:t> loading and preprocessing</a:t>
            </a:r>
            <a:endParaRPr dirty="0"/>
          </a:p>
        </p:txBody>
      </p:sp>
      <p:sp>
        <p:nvSpPr>
          <p:cNvPr id="352" name="Google Shape;352;p37"/>
          <p:cNvSpPr txBox="1">
            <a:spLocks noGrp="1"/>
          </p:cNvSpPr>
          <p:nvPr>
            <p:ph type="subTitle" idx="13"/>
          </p:nvPr>
        </p:nvSpPr>
        <p:spPr>
          <a:xfrm>
            <a:off x="720000" y="1135820"/>
            <a:ext cx="2194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dirty="0"/>
              <a:t>Data loading</a:t>
            </a:r>
            <a:endParaRPr dirty="0"/>
          </a:p>
        </p:txBody>
      </p:sp>
      <p:sp>
        <p:nvSpPr>
          <p:cNvPr id="28" name="Google Shape;345;p37">
            <a:extLst>
              <a:ext uri="{FF2B5EF4-FFF2-40B4-BE49-F238E27FC236}">
                <a16:creationId xmlns:a16="http://schemas.microsoft.com/office/drawing/2014/main" id="{06DF5B4F-A151-126B-B0BF-1C67A86C748B}"/>
              </a:ext>
            </a:extLst>
          </p:cNvPr>
          <p:cNvSpPr txBox="1">
            <a:spLocks/>
          </p:cNvSpPr>
          <p:nvPr/>
        </p:nvSpPr>
        <p:spPr>
          <a:xfrm>
            <a:off x="719999" y="1469635"/>
            <a:ext cx="495590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1pPr>
            <a:lvl2pPr marL="914400" marR="0" lvl="1"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2pPr>
            <a:lvl3pPr marL="1371600" marR="0" lvl="2"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3pPr>
            <a:lvl4pPr marL="1828800" marR="0" lvl="3"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4pPr>
            <a:lvl5pPr marL="2286000" marR="0" lvl="4"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5pPr>
            <a:lvl6pPr marL="2743200" marR="0" lvl="5"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6pPr>
            <a:lvl7pPr marL="3200400" marR="0" lvl="6"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7pPr>
            <a:lvl8pPr marL="3657600" marR="0" lvl="7"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8pPr>
            <a:lvl9pPr marL="4114800" marR="0" lvl="8"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9pPr>
          </a:lstStyle>
          <a:p>
            <a:pPr marL="0" indent="0"/>
            <a:r>
              <a:rPr lang="en-GB" dirty="0"/>
              <a:t>- Used pandas </a:t>
            </a:r>
            <a:r>
              <a:rPr lang="en-GB" dirty="0" err="1"/>
              <a:t>DataFrame</a:t>
            </a:r>
            <a:r>
              <a:rPr lang="en-GB" dirty="0"/>
              <a:t> for efficient data parsing and manipulation</a:t>
            </a:r>
          </a:p>
          <a:p>
            <a:pPr marL="0" indent="0"/>
            <a:r>
              <a:rPr lang="en-GB" dirty="0"/>
              <a:t>  - Extracted and organized 39,801 recipe entries from JSON files</a:t>
            </a:r>
          </a:p>
        </p:txBody>
      </p:sp>
      <p:sp>
        <p:nvSpPr>
          <p:cNvPr id="29" name="Google Shape;352;p37">
            <a:extLst>
              <a:ext uri="{FF2B5EF4-FFF2-40B4-BE49-F238E27FC236}">
                <a16:creationId xmlns:a16="http://schemas.microsoft.com/office/drawing/2014/main" id="{E399000C-6686-8EAF-54E3-FBA6A449C39C}"/>
              </a:ext>
            </a:extLst>
          </p:cNvPr>
          <p:cNvSpPr txBox="1">
            <a:spLocks/>
          </p:cNvSpPr>
          <p:nvPr/>
        </p:nvSpPr>
        <p:spPr>
          <a:xfrm>
            <a:off x="4816706" y="2042335"/>
            <a:ext cx="2194500"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Phudu Medium"/>
              <a:buNone/>
              <a:defRPr sz="2200" b="0" i="1" u="none" strike="noStrike" cap="none">
                <a:solidFill>
                  <a:schemeClr val="dk1"/>
                </a:solidFill>
                <a:latin typeface="Phudu Medium"/>
                <a:ea typeface="Phudu Medium"/>
                <a:cs typeface="Phudu Medium"/>
                <a:sym typeface="Phudu Medium"/>
              </a:defRPr>
            </a:lvl1pPr>
            <a:lvl2pPr marL="914400" marR="0" lvl="1"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2pPr>
            <a:lvl3pPr marL="1371600" marR="0" lvl="2"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3pPr>
            <a:lvl4pPr marL="1828800" marR="0" lvl="3"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4pPr>
            <a:lvl5pPr marL="2286000" marR="0" lvl="4"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5pPr>
            <a:lvl6pPr marL="2743200" marR="0" lvl="5"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6pPr>
            <a:lvl7pPr marL="3200400" marR="0" lvl="6"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7pPr>
            <a:lvl8pPr marL="3657600" marR="0" lvl="7"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8pPr>
            <a:lvl9pPr marL="4114800" marR="0" lvl="8"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9pPr>
          </a:lstStyle>
          <a:p>
            <a:pPr marL="0" indent="0"/>
            <a:r>
              <a:rPr lang="it-IT" dirty="0"/>
              <a:t>Data </a:t>
            </a:r>
            <a:r>
              <a:rPr lang="it-IT" dirty="0" err="1"/>
              <a:t>cleaning</a:t>
            </a:r>
            <a:endParaRPr lang="it-IT" dirty="0"/>
          </a:p>
        </p:txBody>
      </p:sp>
      <p:sp>
        <p:nvSpPr>
          <p:cNvPr id="30" name="Google Shape;345;p37">
            <a:extLst>
              <a:ext uri="{FF2B5EF4-FFF2-40B4-BE49-F238E27FC236}">
                <a16:creationId xmlns:a16="http://schemas.microsoft.com/office/drawing/2014/main" id="{3714072A-F103-B4D6-E629-DD1BBE8EAFD9}"/>
              </a:ext>
            </a:extLst>
          </p:cNvPr>
          <p:cNvSpPr txBox="1">
            <a:spLocks/>
          </p:cNvSpPr>
          <p:nvPr/>
        </p:nvSpPr>
        <p:spPr>
          <a:xfrm>
            <a:off x="1356104" y="2375115"/>
            <a:ext cx="536274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1pPr>
            <a:lvl2pPr marL="914400" marR="0" lvl="1"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2pPr>
            <a:lvl3pPr marL="1371600" marR="0" lvl="2"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3pPr>
            <a:lvl4pPr marL="1828800" marR="0" lvl="3"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4pPr>
            <a:lvl5pPr marL="2286000" marR="0" lvl="4"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5pPr>
            <a:lvl6pPr marL="2743200" marR="0" lvl="5"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6pPr>
            <a:lvl7pPr marL="3200400" marR="0" lvl="6"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7pPr>
            <a:lvl8pPr marL="3657600" marR="0" lvl="7"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8pPr>
            <a:lvl9pPr marL="4114800" marR="0" lvl="8"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9pPr>
          </a:lstStyle>
          <a:p>
            <a:pPr marL="0" indent="0" algn="r"/>
            <a:r>
              <a:rPr lang="en-GB" dirty="0"/>
              <a:t>- Removed rows with missing titles, ingredients, instructions, or images</a:t>
            </a:r>
          </a:p>
          <a:p>
            <a:pPr marL="0" indent="0" algn="r"/>
            <a:r>
              <a:rPr lang="en-GB" dirty="0"/>
              <a:t>  - Cleaned extraneous text (e.g., "ADVERTISEMENT") to ensure consistency</a:t>
            </a:r>
          </a:p>
        </p:txBody>
      </p:sp>
      <p:sp>
        <p:nvSpPr>
          <p:cNvPr id="31" name="Google Shape;352;p37">
            <a:extLst>
              <a:ext uri="{FF2B5EF4-FFF2-40B4-BE49-F238E27FC236}">
                <a16:creationId xmlns:a16="http://schemas.microsoft.com/office/drawing/2014/main" id="{6D97AAF3-9851-BAA0-E397-E5798D5785FF}"/>
              </a:ext>
            </a:extLst>
          </p:cNvPr>
          <p:cNvSpPr txBox="1">
            <a:spLocks/>
          </p:cNvSpPr>
          <p:nvPr/>
        </p:nvSpPr>
        <p:spPr>
          <a:xfrm>
            <a:off x="719999" y="2942444"/>
            <a:ext cx="2428717"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Phudu Medium"/>
              <a:buNone/>
              <a:defRPr sz="2200" b="0" i="1" u="none" strike="noStrike" cap="none">
                <a:solidFill>
                  <a:schemeClr val="dk1"/>
                </a:solidFill>
                <a:latin typeface="Phudu Medium"/>
                <a:ea typeface="Phudu Medium"/>
                <a:cs typeface="Phudu Medium"/>
                <a:sym typeface="Phudu Medium"/>
              </a:defRPr>
            </a:lvl1pPr>
            <a:lvl2pPr marL="914400" marR="0" lvl="1"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2pPr>
            <a:lvl3pPr marL="1371600" marR="0" lvl="2"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3pPr>
            <a:lvl4pPr marL="1828800" marR="0" lvl="3"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4pPr>
            <a:lvl5pPr marL="2286000" marR="0" lvl="4"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5pPr>
            <a:lvl6pPr marL="2743200" marR="0" lvl="5"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6pPr>
            <a:lvl7pPr marL="3200400" marR="0" lvl="6"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7pPr>
            <a:lvl8pPr marL="3657600" marR="0" lvl="7"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8pPr>
            <a:lvl9pPr marL="4114800" marR="0" lvl="8" indent="-317500" algn="ctr" rtl="0">
              <a:lnSpc>
                <a:spcPct val="100000"/>
              </a:lnSpc>
              <a:spcBef>
                <a:spcPts val="0"/>
              </a:spcBef>
              <a:spcAft>
                <a:spcPts val="0"/>
              </a:spcAft>
              <a:buClr>
                <a:schemeClr val="dk1"/>
              </a:buClr>
              <a:buSzPts val="2400"/>
              <a:buFont typeface="Phudu Medium"/>
              <a:buNone/>
              <a:defRPr sz="2400" b="0" i="1" u="none" strike="noStrike" cap="none">
                <a:solidFill>
                  <a:schemeClr val="dk1"/>
                </a:solidFill>
                <a:latin typeface="Phudu Medium"/>
                <a:ea typeface="Phudu Medium"/>
                <a:cs typeface="Phudu Medium"/>
                <a:sym typeface="Phudu Medium"/>
              </a:defRPr>
            </a:lvl9pPr>
          </a:lstStyle>
          <a:p>
            <a:pPr marL="0" indent="0"/>
            <a:r>
              <a:rPr lang="it-IT" dirty="0" err="1"/>
              <a:t>outcome</a:t>
            </a:r>
            <a:endParaRPr lang="it-IT" dirty="0"/>
          </a:p>
        </p:txBody>
      </p:sp>
      <p:sp>
        <p:nvSpPr>
          <p:cNvPr id="32" name="Google Shape;345;p37">
            <a:extLst>
              <a:ext uri="{FF2B5EF4-FFF2-40B4-BE49-F238E27FC236}">
                <a16:creationId xmlns:a16="http://schemas.microsoft.com/office/drawing/2014/main" id="{8EC91F4B-CE48-37EC-819B-B33F241D9DE7}"/>
              </a:ext>
            </a:extLst>
          </p:cNvPr>
          <p:cNvSpPr txBox="1">
            <a:spLocks/>
          </p:cNvSpPr>
          <p:nvPr/>
        </p:nvSpPr>
        <p:spPr>
          <a:xfrm>
            <a:off x="719999" y="3280595"/>
            <a:ext cx="6070414" cy="8899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1pPr>
            <a:lvl2pPr marL="914400" marR="0" lvl="1"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2pPr>
            <a:lvl3pPr marL="1371600" marR="0" lvl="2"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3pPr>
            <a:lvl4pPr marL="1828800" marR="0" lvl="3"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4pPr>
            <a:lvl5pPr marL="2286000" marR="0" lvl="4"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5pPr>
            <a:lvl6pPr marL="2743200" marR="0" lvl="5"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6pPr>
            <a:lvl7pPr marL="3200400" marR="0" lvl="6"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7pPr>
            <a:lvl8pPr marL="3657600" marR="0" lvl="7"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8pPr>
            <a:lvl9pPr marL="4114800" marR="0" lvl="8" indent="-317500" algn="ctr" rtl="0">
              <a:lnSpc>
                <a:spcPct val="100000"/>
              </a:lnSpc>
              <a:spcBef>
                <a:spcPts val="0"/>
              </a:spcBef>
              <a:spcAft>
                <a:spcPts val="0"/>
              </a:spcAft>
              <a:buClr>
                <a:schemeClr val="dk1"/>
              </a:buClr>
              <a:buSzPts val="1200"/>
              <a:buFont typeface="Bai Jamjuree"/>
              <a:buNone/>
              <a:defRPr sz="1200" b="0" i="0" u="none" strike="noStrike" cap="none">
                <a:solidFill>
                  <a:schemeClr val="dk1"/>
                </a:solidFill>
                <a:latin typeface="Bai Jamjuree"/>
                <a:ea typeface="Bai Jamjuree"/>
                <a:cs typeface="Bai Jamjuree"/>
                <a:sym typeface="Bai Jamjuree"/>
              </a:defRPr>
            </a:lvl9pPr>
          </a:lstStyle>
          <a:p>
            <a:pPr marL="0" indent="0"/>
            <a:r>
              <a:rPr lang="en-GB" dirty="0"/>
              <a:t>- Robust, clean dataset ready for training and evaluating the Recipe Model (RM)</a:t>
            </a:r>
          </a:p>
          <a:p>
            <a:pPr marL="0" indent="0"/>
            <a:r>
              <a:rPr lang="en-GB" dirty="0"/>
              <a:t>  - After this preliminary data acquisition and </a:t>
            </a:r>
            <a:r>
              <a:rPr lang="en-GB" dirty="0" err="1"/>
              <a:t>preprocessing</a:t>
            </a:r>
            <a:r>
              <a:rPr lang="en-GB" dirty="0"/>
              <a:t> we create three different approach for create the train and evaluation dataset for our fine tune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a:t>
            </a:r>
            <a:r>
              <a:rPr lang="en" dirty="0" err="1"/>
              <a:t>ata</a:t>
            </a:r>
            <a:r>
              <a:rPr lang="en" dirty="0"/>
              <a:t> loading and preprocessing</a:t>
            </a:r>
            <a:endParaRPr dirty="0"/>
          </a:p>
        </p:txBody>
      </p:sp>
      <p:sp>
        <p:nvSpPr>
          <p:cNvPr id="343" name="Google Shape;343;p37"/>
          <p:cNvSpPr txBox="1">
            <a:spLocks noGrp="1"/>
          </p:cNvSpPr>
          <p:nvPr>
            <p:ph type="subTitle" idx="1"/>
          </p:nvPr>
        </p:nvSpPr>
        <p:spPr>
          <a:xfrm>
            <a:off x="719999" y="1710160"/>
            <a:ext cx="2532083" cy="274257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GB" b="0" i="0" u="none" strike="noStrike" dirty="0">
                <a:solidFill>
                  <a:srgbClr val="E6EDF3"/>
                </a:solidFill>
                <a:effectLst/>
                <a:latin typeface="Bai Jamjuree Light" pitchFamily="2" charset="-34"/>
                <a:cs typeface="Bai Jamjuree Light" pitchFamily="2" charset="-34"/>
              </a:rPr>
              <a:t>without </a:t>
            </a:r>
            <a:r>
              <a:rPr lang="en-GB" b="0" i="0" u="none" strike="noStrike" dirty="0" err="1">
                <a:solidFill>
                  <a:srgbClr val="E6EDF3"/>
                </a:solidFill>
                <a:effectLst/>
                <a:latin typeface="Bai Jamjuree Light" pitchFamily="2" charset="-34"/>
                <a:cs typeface="Bai Jamjuree Light" pitchFamily="2" charset="-34"/>
              </a:rPr>
              <a:t>concanate</a:t>
            </a:r>
            <a:r>
              <a:rPr lang="en-GB" b="0" i="0" u="none" strike="noStrike" dirty="0">
                <a:solidFill>
                  <a:srgbClr val="E6EDF3"/>
                </a:solidFill>
                <a:effectLst/>
                <a:latin typeface="Bai Jamjuree Light" pitchFamily="2" charset="-34"/>
                <a:cs typeface="Bai Jamjuree Light" pitchFamily="2" charset="-34"/>
              </a:rPr>
              <a:t> together all the ingredients</a:t>
            </a:r>
          </a:p>
          <a:p>
            <a:pPr algn="l">
              <a:buFont typeface="Arial" panose="020B0604020202020204" pitchFamily="34" charset="0"/>
              <a:buChar char="•"/>
            </a:pPr>
            <a:endParaRPr lang="en-GB" b="0" i="0" u="none" strike="noStrike" dirty="0">
              <a:solidFill>
                <a:srgbClr val="E6EDF3"/>
              </a:solidFill>
              <a:effectLst/>
              <a:latin typeface="Bai Jamjuree Light" pitchFamily="2" charset="-34"/>
              <a:cs typeface="Bai Jamjuree Light" pitchFamily="2" charset="-34"/>
            </a:endParaRPr>
          </a:p>
          <a:p>
            <a:pPr algn="l">
              <a:buFont typeface="Arial" panose="020B0604020202020204" pitchFamily="34" charset="0"/>
              <a:buChar char="•"/>
            </a:pPr>
            <a:r>
              <a:rPr lang="en-GB" b="0" i="0" u="none" strike="noStrike" dirty="0">
                <a:solidFill>
                  <a:srgbClr val="E6EDF3"/>
                </a:solidFill>
                <a:effectLst/>
                <a:latin typeface="Bai Jamjuree Light" pitchFamily="2" charset="-34"/>
                <a:cs typeface="Bai Jamjuree Light" pitchFamily="2" charset="-34"/>
              </a:rPr>
              <a:t>without cleaning the quantities of the ingredients</a:t>
            </a:r>
          </a:p>
          <a:p>
            <a:pPr algn="l">
              <a:buFont typeface="Arial" panose="020B0604020202020204" pitchFamily="34" charset="0"/>
              <a:buChar char="•"/>
            </a:pPr>
            <a:endParaRPr lang="en-GB" b="0" i="0" u="none" strike="noStrike" dirty="0">
              <a:solidFill>
                <a:srgbClr val="E6EDF3"/>
              </a:solidFill>
              <a:effectLst/>
              <a:latin typeface="Bai Jamjuree Light" pitchFamily="2" charset="-34"/>
              <a:cs typeface="Bai Jamjuree Light" pitchFamily="2" charset="-34"/>
            </a:endParaRPr>
          </a:p>
          <a:p>
            <a:pPr algn="l">
              <a:buFont typeface="Arial" panose="020B0604020202020204" pitchFamily="34" charset="0"/>
              <a:buChar char="•"/>
            </a:pPr>
            <a:r>
              <a:rPr lang="en-GB" dirty="0">
                <a:latin typeface="Bai Jamjuree Light" pitchFamily="2" charset="-34"/>
                <a:cs typeface="Bai Jamjuree Light" pitchFamily="2" charset="-34"/>
              </a:rPr>
              <a:t>structuring training example as prompts:</a:t>
            </a:r>
          </a:p>
          <a:p>
            <a:pPr algn="l">
              <a:buFont typeface="Arial" panose="020B0604020202020204" pitchFamily="34" charset="0"/>
              <a:buChar char="•"/>
            </a:pPr>
            <a:endParaRPr lang="en-GB" dirty="0">
              <a:effectLst/>
              <a:latin typeface="Bai Jamjuree Light" pitchFamily="2" charset="-34"/>
              <a:cs typeface="Bai Jamjuree Light" pitchFamily="2" charset="-34"/>
            </a:endParaRPr>
          </a:p>
          <a:p>
            <a:pPr marL="139700" indent="0" algn="l"/>
            <a:r>
              <a:rPr lang="en-GB" dirty="0">
                <a:effectLst/>
                <a:latin typeface="Bai Jamjuree Light" pitchFamily="2" charset="-34"/>
                <a:cs typeface="Bai Jamjuree Light" pitchFamily="2" charset="-34"/>
              </a:rPr>
              <a:t>f ”### Title: {title}\n ### Ingredients: {ingredients}\n ### Instructions: {instructions}”</a:t>
            </a:r>
          </a:p>
        </p:txBody>
      </p:sp>
      <p:sp>
        <p:nvSpPr>
          <p:cNvPr id="344" name="Google Shape;344;p37"/>
          <p:cNvSpPr txBox="1">
            <a:spLocks noGrp="1"/>
          </p:cNvSpPr>
          <p:nvPr>
            <p:ph type="subTitle" idx="2"/>
          </p:nvPr>
        </p:nvSpPr>
        <p:spPr>
          <a:xfrm>
            <a:off x="3474749" y="1710159"/>
            <a:ext cx="2600047" cy="3267357"/>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GB" dirty="0">
                <a:solidFill>
                  <a:srgbClr val="E6EDF3"/>
                </a:solidFill>
                <a:latin typeface="Bai Jamjuree Light" pitchFamily="2" charset="-34"/>
                <a:cs typeface="Bai Jamjuree Light" pitchFamily="2" charset="-34"/>
              </a:rPr>
              <a:t>c</a:t>
            </a:r>
            <a:r>
              <a:rPr lang="en-GB" b="0" i="0" u="none" strike="noStrike" dirty="0">
                <a:solidFill>
                  <a:srgbClr val="E6EDF3"/>
                </a:solidFill>
                <a:effectLst/>
                <a:latin typeface="Bai Jamjuree Light" pitchFamily="2" charset="-34"/>
                <a:cs typeface="Bai Jamjuree Light" pitchFamily="2" charset="-34"/>
              </a:rPr>
              <a:t>oncatenating together all the ingredients</a:t>
            </a:r>
          </a:p>
          <a:p>
            <a:pPr marL="139700" indent="0" algn="l"/>
            <a:endParaRPr lang="en-GB" b="0" i="0" u="none" strike="noStrike" dirty="0">
              <a:solidFill>
                <a:srgbClr val="E6EDF3"/>
              </a:solidFill>
              <a:effectLst/>
              <a:latin typeface="Bai Jamjuree Light" pitchFamily="2" charset="-34"/>
              <a:cs typeface="Bai Jamjuree Light" pitchFamily="2" charset="-34"/>
            </a:endParaRPr>
          </a:p>
          <a:p>
            <a:pPr algn="l">
              <a:buFont typeface="Arial" panose="020B0604020202020204" pitchFamily="34" charset="0"/>
              <a:buChar char="•"/>
            </a:pPr>
            <a:r>
              <a:rPr lang="en-GB" b="0" i="0" u="none" strike="noStrike" dirty="0">
                <a:solidFill>
                  <a:srgbClr val="E6EDF3"/>
                </a:solidFill>
                <a:effectLst/>
                <a:latin typeface="Bai Jamjuree Light" pitchFamily="2" charset="-34"/>
                <a:cs typeface="Bai Jamjuree Light" pitchFamily="2" charset="-34"/>
              </a:rPr>
              <a:t>without cleaning the quantities of the ingredients</a:t>
            </a:r>
          </a:p>
          <a:p>
            <a:pPr algn="l">
              <a:buFont typeface="Arial" panose="020B0604020202020204" pitchFamily="34" charset="0"/>
              <a:buChar char="•"/>
            </a:pPr>
            <a:endParaRPr lang="en-GB" b="0" i="0" u="none" strike="noStrike" dirty="0">
              <a:solidFill>
                <a:srgbClr val="E6EDF3"/>
              </a:solidFill>
              <a:effectLst/>
              <a:latin typeface="Bai Jamjuree Light" pitchFamily="2" charset="-34"/>
              <a:cs typeface="Bai Jamjuree Light" pitchFamily="2" charset="-34"/>
            </a:endParaRPr>
          </a:p>
          <a:p>
            <a:pPr algn="l">
              <a:buFont typeface="Arial" panose="020B0604020202020204" pitchFamily="34" charset="0"/>
              <a:buChar char="•"/>
            </a:pPr>
            <a:r>
              <a:rPr lang="en-GB" dirty="0">
                <a:latin typeface="Bai Jamjuree Light" pitchFamily="2" charset="-34"/>
                <a:cs typeface="Bai Jamjuree Light" pitchFamily="2" charset="-34"/>
              </a:rPr>
              <a:t>structuring training example as prompts:</a:t>
            </a:r>
          </a:p>
          <a:p>
            <a:pPr algn="l">
              <a:buFont typeface="Arial" panose="020B0604020202020204" pitchFamily="34" charset="0"/>
              <a:buChar char="•"/>
            </a:pPr>
            <a:endParaRPr lang="en-GB" dirty="0">
              <a:effectLst/>
              <a:latin typeface="Bai Jamjuree Light" pitchFamily="2" charset="-34"/>
              <a:cs typeface="Bai Jamjuree Light" pitchFamily="2" charset="-34"/>
            </a:endParaRPr>
          </a:p>
          <a:p>
            <a:r>
              <a:rPr lang="en-GB" dirty="0">
                <a:effectLst/>
                <a:latin typeface="Bai Jamjuree Light" pitchFamily="2" charset="-34"/>
                <a:cs typeface="Bai Jamjuree Light" pitchFamily="2" charset="-34"/>
              </a:rPr>
              <a:t>f”### Ingredients: ingredients\n ### Generate Title</a:t>
            </a:r>
          </a:p>
          <a:p>
            <a:r>
              <a:rPr lang="en-GB" dirty="0">
                <a:effectLst/>
                <a:latin typeface="Bai Jamjuree Light" pitchFamily="2" charset="-34"/>
                <a:cs typeface="Bai Jamjuree Light" pitchFamily="2" charset="-34"/>
              </a:rPr>
              <a:t>and Instructions:\n ### </a:t>
            </a:r>
            <a:r>
              <a:rPr lang="en-GB" dirty="0" err="1">
                <a:effectLst/>
                <a:latin typeface="Bai Jamjuree Light" pitchFamily="2" charset="-34"/>
                <a:cs typeface="Bai Jamjuree Light" pitchFamily="2" charset="-34"/>
              </a:rPr>
              <a:t>Title:title</a:t>
            </a:r>
            <a:r>
              <a:rPr lang="en-GB" dirty="0">
                <a:effectLst/>
                <a:latin typeface="Bai Jamjuree Light" pitchFamily="2" charset="-34"/>
                <a:cs typeface="Bai Jamjuree Light" pitchFamily="2" charset="-34"/>
              </a:rPr>
              <a:t>\n ### Instructions:</a:t>
            </a:r>
          </a:p>
          <a:p>
            <a:r>
              <a:rPr lang="en-GB" dirty="0">
                <a:effectLst/>
                <a:latin typeface="Bai Jamjuree Light" pitchFamily="2" charset="-34"/>
                <a:cs typeface="Bai Jamjuree Light" pitchFamily="2" charset="-34"/>
              </a:rPr>
              <a:t>instructions”</a:t>
            </a:r>
          </a:p>
        </p:txBody>
      </p:sp>
      <p:sp>
        <p:nvSpPr>
          <p:cNvPr id="347" name="Google Shape;347;p37"/>
          <p:cNvSpPr txBox="1">
            <a:spLocks noGrp="1"/>
          </p:cNvSpPr>
          <p:nvPr>
            <p:ph type="subTitle" idx="7"/>
          </p:nvPr>
        </p:nvSpPr>
        <p:spPr>
          <a:xfrm>
            <a:off x="720000" y="1412475"/>
            <a:ext cx="2194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SOLUTION 1</a:t>
            </a:r>
            <a:endParaRPr dirty="0"/>
          </a:p>
        </p:txBody>
      </p:sp>
      <p:sp>
        <p:nvSpPr>
          <p:cNvPr id="348" name="Google Shape;348;p37"/>
          <p:cNvSpPr txBox="1">
            <a:spLocks noGrp="1"/>
          </p:cNvSpPr>
          <p:nvPr>
            <p:ph type="subTitle" idx="8"/>
          </p:nvPr>
        </p:nvSpPr>
        <p:spPr>
          <a:xfrm>
            <a:off x="3475800" y="1412475"/>
            <a:ext cx="21924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SOLUTION 2</a:t>
            </a:r>
            <a:endParaRPr dirty="0"/>
          </a:p>
        </p:txBody>
      </p:sp>
      <p:sp>
        <p:nvSpPr>
          <p:cNvPr id="349" name="Google Shape;349;p37"/>
          <p:cNvSpPr txBox="1">
            <a:spLocks noGrp="1"/>
          </p:cNvSpPr>
          <p:nvPr>
            <p:ph type="subTitle" idx="9"/>
          </p:nvPr>
        </p:nvSpPr>
        <p:spPr>
          <a:xfrm>
            <a:off x="6231900" y="1412475"/>
            <a:ext cx="21921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SOLUTION 3</a:t>
            </a:r>
            <a:endParaRPr dirty="0"/>
          </a:p>
        </p:txBody>
      </p:sp>
      <p:sp>
        <p:nvSpPr>
          <p:cNvPr id="350" name="Google Shape;350;p37"/>
          <p:cNvSpPr txBox="1">
            <a:spLocks noGrp="1"/>
          </p:cNvSpPr>
          <p:nvPr>
            <p:ph type="subTitle" idx="5"/>
          </p:nvPr>
        </p:nvSpPr>
        <p:spPr>
          <a:xfrm>
            <a:off x="6229499" y="1710159"/>
            <a:ext cx="2600047" cy="2988315"/>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GB" dirty="0">
                <a:solidFill>
                  <a:srgbClr val="E6EDF3"/>
                </a:solidFill>
                <a:latin typeface="Bai Jamjuree Light" pitchFamily="2" charset="-34"/>
                <a:cs typeface="Bai Jamjuree Light" pitchFamily="2" charset="-34"/>
              </a:rPr>
              <a:t>c</a:t>
            </a:r>
            <a:r>
              <a:rPr lang="en-GB" b="0" i="0" u="none" strike="noStrike" dirty="0">
                <a:solidFill>
                  <a:srgbClr val="E6EDF3"/>
                </a:solidFill>
                <a:effectLst/>
                <a:latin typeface="Bai Jamjuree Light" pitchFamily="2" charset="-34"/>
                <a:cs typeface="Bai Jamjuree Light" pitchFamily="2" charset="-34"/>
              </a:rPr>
              <a:t>oncatenating together all the ingredients</a:t>
            </a:r>
          </a:p>
          <a:p>
            <a:pPr marL="139700" indent="0" algn="l"/>
            <a:endParaRPr lang="en-GB" b="0" i="0" u="none" strike="noStrike" dirty="0">
              <a:solidFill>
                <a:srgbClr val="E6EDF3"/>
              </a:solidFill>
              <a:effectLst/>
              <a:latin typeface="Bai Jamjuree Light" pitchFamily="2" charset="-34"/>
              <a:cs typeface="Bai Jamjuree Light" pitchFamily="2" charset="-34"/>
            </a:endParaRPr>
          </a:p>
          <a:p>
            <a:pPr algn="l">
              <a:buFont typeface="Arial" panose="020B0604020202020204" pitchFamily="34" charset="0"/>
              <a:buChar char="•"/>
            </a:pPr>
            <a:r>
              <a:rPr lang="en-GB" b="0" i="0" u="none" strike="noStrike" dirty="0">
                <a:solidFill>
                  <a:srgbClr val="E6EDF3"/>
                </a:solidFill>
                <a:effectLst/>
                <a:latin typeface="Bai Jamjuree Light" pitchFamily="2" charset="-34"/>
                <a:cs typeface="Bai Jamjuree Light" pitchFamily="2" charset="-34"/>
              </a:rPr>
              <a:t>cleaning the quantities of the ingredients</a:t>
            </a:r>
          </a:p>
          <a:p>
            <a:pPr algn="l">
              <a:buFont typeface="Arial" panose="020B0604020202020204" pitchFamily="34" charset="0"/>
              <a:buChar char="•"/>
            </a:pPr>
            <a:endParaRPr lang="en-GB" b="0" i="0" u="none" strike="noStrike" dirty="0">
              <a:solidFill>
                <a:srgbClr val="E6EDF3"/>
              </a:solidFill>
              <a:effectLst/>
              <a:latin typeface="Bai Jamjuree Light" pitchFamily="2" charset="-34"/>
              <a:cs typeface="Bai Jamjuree Light" pitchFamily="2" charset="-34"/>
            </a:endParaRPr>
          </a:p>
          <a:p>
            <a:pPr algn="l">
              <a:buFont typeface="Arial" panose="020B0604020202020204" pitchFamily="34" charset="0"/>
              <a:buChar char="•"/>
            </a:pPr>
            <a:r>
              <a:rPr lang="en-GB" dirty="0">
                <a:latin typeface="Bai Jamjuree Light" pitchFamily="2" charset="-34"/>
                <a:cs typeface="Bai Jamjuree Light" pitchFamily="2" charset="-34"/>
              </a:rPr>
              <a:t>structuring training example as prompts:</a:t>
            </a:r>
          </a:p>
          <a:p>
            <a:pPr algn="l">
              <a:buFont typeface="Arial" panose="020B0604020202020204" pitchFamily="34" charset="0"/>
              <a:buChar char="•"/>
            </a:pPr>
            <a:endParaRPr lang="en-GB" dirty="0">
              <a:effectLst/>
              <a:latin typeface="Bai Jamjuree Light" pitchFamily="2" charset="-34"/>
              <a:cs typeface="Bai Jamjuree Light" pitchFamily="2" charset="-34"/>
            </a:endParaRPr>
          </a:p>
          <a:p>
            <a:r>
              <a:rPr lang="en-GB" dirty="0">
                <a:effectLst/>
                <a:latin typeface="Bai Jamjuree Light" pitchFamily="2" charset="-34"/>
                <a:cs typeface="Bai Jamjuree Light" pitchFamily="2" charset="-34"/>
              </a:rPr>
              <a:t>f”### Ingredients: ingredients\n ### Generate Title</a:t>
            </a:r>
          </a:p>
          <a:p>
            <a:r>
              <a:rPr lang="en-GB" dirty="0">
                <a:effectLst/>
                <a:latin typeface="Bai Jamjuree Light" pitchFamily="2" charset="-34"/>
                <a:cs typeface="Bai Jamjuree Light" pitchFamily="2" charset="-34"/>
              </a:rPr>
              <a:t>and Instructions:\n ### </a:t>
            </a:r>
            <a:r>
              <a:rPr lang="en-GB" dirty="0" err="1">
                <a:effectLst/>
                <a:latin typeface="Bai Jamjuree Light" pitchFamily="2" charset="-34"/>
                <a:cs typeface="Bai Jamjuree Light" pitchFamily="2" charset="-34"/>
              </a:rPr>
              <a:t>Title:title</a:t>
            </a:r>
            <a:r>
              <a:rPr lang="en-GB" dirty="0">
                <a:effectLst/>
                <a:latin typeface="Bai Jamjuree Light" pitchFamily="2" charset="-34"/>
                <a:cs typeface="Bai Jamjuree Light" pitchFamily="2" charset="-34"/>
              </a:rPr>
              <a:t>\n ### Instructions:</a:t>
            </a:r>
          </a:p>
          <a:p>
            <a:r>
              <a:rPr lang="en-GB" dirty="0">
                <a:effectLst/>
                <a:latin typeface="Bai Jamjuree Light" pitchFamily="2" charset="-34"/>
                <a:cs typeface="Bai Jamjuree Light" pitchFamily="2" charset="-34"/>
              </a:rPr>
              <a:t>instructions”</a:t>
            </a:r>
          </a:p>
        </p:txBody>
      </p:sp>
    </p:spTree>
    <p:extLst>
      <p:ext uri="{BB962C8B-B14F-4D97-AF65-F5344CB8AC3E}">
        <p14:creationId xmlns:p14="http://schemas.microsoft.com/office/powerpoint/2010/main" val="3181671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a:t>
            </a:r>
            <a:r>
              <a:rPr lang="en" dirty="0" err="1"/>
              <a:t>ata</a:t>
            </a:r>
            <a:r>
              <a:rPr lang="en" dirty="0"/>
              <a:t> loading and preprocessing</a:t>
            </a:r>
            <a:endParaRPr dirty="0"/>
          </a:p>
        </p:txBody>
      </p:sp>
      <p:sp>
        <p:nvSpPr>
          <p:cNvPr id="343" name="Google Shape;343;p37"/>
          <p:cNvSpPr txBox="1">
            <a:spLocks noGrp="1"/>
          </p:cNvSpPr>
          <p:nvPr>
            <p:ph type="subTitle" idx="1"/>
          </p:nvPr>
        </p:nvSpPr>
        <p:spPr>
          <a:xfrm>
            <a:off x="719999" y="1710160"/>
            <a:ext cx="2532083" cy="2988314"/>
          </a:xfrm>
          <a:prstGeom prst="rect">
            <a:avLst/>
          </a:prstGeom>
        </p:spPr>
        <p:txBody>
          <a:bodyPr spcFirstLastPara="1" wrap="square" lIns="91425" tIns="91425" rIns="91425" bIns="91425" anchor="t" anchorCtr="0">
            <a:noAutofit/>
          </a:bodyPr>
          <a:lstStyle/>
          <a:p>
            <a:pPr marL="139700" indent="0" algn="l"/>
            <a:r>
              <a:rPr lang="en-GB" dirty="0">
                <a:effectLst/>
                <a:latin typeface="Bai Jamjuree Light" pitchFamily="2" charset="-34"/>
                <a:cs typeface="Bai Jamjuree Light" pitchFamily="2" charset="-34"/>
              </a:rPr>
              <a:t>Example</a:t>
            </a:r>
          </a:p>
          <a:p>
            <a:pPr marL="139700" indent="0" algn="l"/>
            <a:endParaRPr lang="en-GB" dirty="0">
              <a:effectLst/>
              <a:latin typeface="Bai Jamjuree Light" pitchFamily="2" charset="-34"/>
              <a:cs typeface="Bai Jamjuree Light" pitchFamily="2" charset="-34"/>
            </a:endParaRPr>
          </a:p>
          <a:p>
            <a:pPr marL="139700" indent="0"/>
            <a:r>
              <a:rPr lang="en-GB" sz="1100" dirty="0"/>
              <a:t>### Title: Chocolate Chip Cookie Dough Ice Cream ### Ingredients: ['1 (16 ounce) package refrigerated chocolate chip cookie dough ', '1 quart vanilla ice cream ', '1/2 cup hot fudge sauce ', '1/2 cup caramel sundae syrup ',] ### Instructions: Cut cookie dough into small pieces. Place half of the cookie dough pieces on bottom of 9x5 inch loaf pan. Top with half of the ice cream. Repeat layers. Cover and freeze for at least 4 hours before serving.</a:t>
            </a:r>
            <a:endParaRPr lang="en-GB" sz="1100" dirty="0">
              <a:effectLst/>
              <a:latin typeface="Bai Jamjuree Light" pitchFamily="2" charset="-34"/>
              <a:cs typeface="Bai Jamjuree Light" pitchFamily="2" charset="-34"/>
            </a:endParaRPr>
          </a:p>
        </p:txBody>
      </p:sp>
      <p:sp>
        <p:nvSpPr>
          <p:cNvPr id="344" name="Google Shape;344;p37"/>
          <p:cNvSpPr txBox="1">
            <a:spLocks noGrp="1"/>
          </p:cNvSpPr>
          <p:nvPr>
            <p:ph type="subTitle" idx="2"/>
          </p:nvPr>
        </p:nvSpPr>
        <p:spPr>
          <a:xfrm>
            <a:off x="3474749" y="1710159"/>
            <a:ext cx="2600047" cy="3267357"/>
          </a:xfrm>
          <a:prstGeom prst="rect">
            <a:avLst/>
          </a:prstGeom>
        </p:spPr>
        <p:txBody>
          <a:bodyPr spcFirstLastPara="1" wrap="square" lIns="91425" tIns="91425" rIns="91425" bIns="91425" anchor="t" anchorCtr="0">
            <a:noAutofit/>
          </a:bodyPr>
          <a:lstStyle/>
          <a:p>
            <a:pPr marL="139700" indent="0" algn="l"/>
            <a:r>
              <a:rPr lang="en-GB" dirty="0">
                <a:effectLst/>
                <a:latin typeface="Bai Jamjuree Light" pitchFamily="2" charset="-34"/>
                <a:cs typeface="Bai Jamjuree Light" pitchFamily="2" charset="-34"/>
              </a:rPr>
              <a:t>Example</a:t>
            </a:r>
          </a:p>
          <a:p>
            <a:pPr marL="139700" indent="0" algn="l"/>
            <a:endParaRPr lang="en-GB" dirty="0">
              <a:latin typeface="Bai Jamjuree Light" pitchFamily="2" charset="-34"/>
              <a:cs typeface="Bai Jamjuree Light" pitchFamily="2" charset="-34"/>
            </a:endParaRPr>
          </a:p>
          <a:p>
            <a:pPr marL="139700" indent="0" algn="l"/>
            <a:r>
              <a:rPr lang="en-GB" sz="800" dirty="0"/>
              <a:t>### Ingredients: 1/4 cup all-purpose flour for coating , 1/2 teaspoon salt , 1/4 teaspoon ground black pepper , 1/2 teaspoon dried oregano , 4 skinless, boneless chicken breast halves - pounded 1/4 inch thick , 4 tablespoons butter , 4 tablespoons olive oil , 1 cup sliced mushrooms , 1/2 cup Marsala wine , 1/4 cup cooking sherry , ### Generate Title and Instructions: ### Title: Chicken Marsala ### Instructions: In a shallow bowl or pie plate, mix together the flour, salt, pepper, and oregano. Coat the chicken with the mixture; set aside. In a large skillet over medium heat, melt the butter with the olive oil. Add the chicken breasts to the pan and cook until brown on both sides and cooked through, about 5 minutes per side. Remove from the pan and keep warm. Pour off any excess fat in the pan. </a:t>
            </a:r>
            <a:r>
              <a:rPr lang="en-GB" sz="800" dirty="0" err="1"/>
              <a:t>Saute</a:t>
            </a:r>
            <a:r>
              <a:rPr lang="en-GB" sz="800" dirty="0"/>
              <a:t> the mushrooms in the same pan until tender, about 3 minutes. Return the chicken to the pan along with any juices that have accumulated. Stir in the Marsala and sherry. Simmer until the sauce has reduced by half, about 5 minutes.</a:t>
            </a:r>
            <a:endParaRPr lang="en-GB" sz="800" dirty="0">
              <a:effectLst/>
              <a:latin typeface="Bai Jamjuree Light" pitchFamily="2" charset="-34"/>
              <a:cs typeface="Bai Jamjuree Light" pitchFamily="2" charset="-34"/>
            </a:endParaRPr>
          </a:p>
        </p:txBody>
      </p:sp>
      <p:sp>
        <p:nvSpPr>
          <p:cNvPr id="347" name="Google Shape;347;p37"/>
          <p:cNvSpPr txBox="1">
            <a:spLocks noGrp="1"/>
          </p:cNvSpPr>
          <p:nvPr>
            <p:ph type="subTitle" idx="7"/>
          </p:nvPr>
        </p:nvSpPr>
        <p:spPr>
          <a:xfrm>
            <a:off x="720000" y="1412475"/>
            <a:ext cx="2194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SOLUTION 1</a:t>
            </a:r>
            <a:endParaRPr dirty="0"/>
          </a:p>
        </p:txBody>
      </p:sp>
      <p:sp>
        <p:nvSpPr>
          <p:cNvPr id="348" name="Google Shape;348;p37"/>
          <p:cNvSpPr txBox="1">
            <a:spLocks noGrp="1"/>
          </p:cNvSpPr>
          <p:nvPr>
            <p:ph type="subTitle" idx="8"/>
          </p:nvPr>
        </p:nvSpPr>
        <p:spPr>
          <a:xfrm>
            <a:off x="3475800" y="1412475"/>
            <a:ext cx="21924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SOLUTION 2</a:t>
            </a:r>
            <a:endParaRPr dirty="0"/>
          </a:p>
        </p:txBody>
      </p:sp>
      <p:sp>
        <p:nvSpPr>
          <p:cNvPr id="349" name="Google Shape;349;p37"/>
          <p:cNvSpPr txBox="1">
            <a:spLocks noGrp="1"/>
          </p:cNvSpPr>
          <p:nvPr>
            <p:ph type="subTitle" idx="9"/>
          </p:nvPr>
        </p:nvSpPr>
        <p:spPr>
          <a:xfrm>
            <a:off x="6231900" y="1412475"/>
            <a:ext cx="21921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SOLUTION 3</a:t>
            </a:r>
            <a:endParaRPr dirty="0"/>
          </a:p>
        </p:txBody>
      </p:sp>
      <p:sp>
        <p:nvSpPr>
          <p:cNvPr id="350" name="Google Shape;350;p37"/>
          <p:cNvSpPr txBox="1">
            <a:spLocks noGrp="1"/>
          </p:cNvSpPr>
          <p:nvPr>
            <p:ph type="subTitle" idx="5"/>
          </p:nvPr>
        </p:nvSpPr>
        <p:spPr>
          <a:xfrm>
            <a:off x="6229499" y="1710159"/>
            <a:ext cx="2600047" cy="2988315"/>
          </a:xfrm>
          <a:prstGeom prst="rect">
            <a:avLst/>
          </a:prstGeom>
        </p:spPr>
        <p:txBody>
          <a:bodyPr spcFirstLastPara="1" wrap="square" lIns="91425" tIns="91425" rIns="91425" bIns="91425" anchor="t" anchorCtr="0">
            <a:noAutofit/>
          </a:bodyPr>
          <a:lstStyle/>
          <a:p>
            <a:pPr marL="139700" indent="0" algn="l"/>
            <a:r>
              <a:rPr lang="en-GB" dirty="0">
                <a:effectLst/>
                <a:latin typeface="Bai Jamjuree Light" pitchFamily="2" charset="-34"/>
                <a:cs typeface="Bai Jamjuree Light" pitchFamily="2" charset="-34"/>
              </a:rPr>
              <a:t>Example</a:t>
            </a:r>
          </a:p>
          <a:p>
            <a:pPr marL="139700" indent="0" algn="l"/>
            <a:endParaRPr lang="en-GB" dirty="0">
              <a:effectLst/>
              <a:latin typeface="Bai Jamjuree Light" pitchFamily="2" charset="-34"/>
              <a:cs typeface="Bai Jamjuree Light" pitchFamily="2" charset="-34"/>
            </a:endParaRPr>
          </a:p>
          <a:p>
            <a:pPr marL="139700" indent="0" algn="l"/>
            <a:r>
              <a:rPr lang="en-GB" sz="800" dirty="0"/>
              <a:t>### Ingredients: brown sugar , sea salt , paprika , ground black pepper , onion powder , garlic powder , ground cumin , dried sage , crushed red pepper, or to taste , chili powder, or to taste , dried thyme, or to taste , ### Generate Title and Instructions: ### Title: Brown Sugar Rubbed Pork Chops ### Instructions: 1. In a small bowl, mix together the brown sugar, sea salt, paprika, black pepper, onion powder, garlic powder, cumin, sage, red pepper flakes, chili powder, thyme, and oregano until well blended. 2. Place pork chops in a shallow dish and sprinkle both sides with rub mixture. Cover and refrigerate for at least 30 minutes. 3. Preheat an outdoor grill for medium-high heat and lightly oil the grate. 4. Grill pork chops for 5 to 7 minutes per side, or until no longer pink in the </a:t>
            </a:r>
            <a:r>
              <a:rPr lang="en-GB" sz="800" dirty="0" err="1"/>
              <a:t>center</a:t>
            </a:r>
            <a:r>
              <a:rPr lang="en-GB" sz="800" dirty="0"/>
              <a:t> and the juices run clear. An instant-read thermometer inserted into the </a:t>
            </a:r>
            <a:r>
              <a:rPr lang="en-GB" sz="800" dirty="0" err="1"/>
              <a:t>center</a:t>
            </a:r>
            <a:r>
              <a:rPr lang="en-GB" sz="800" dirty="0"/>
              <a:t> should read at least 145 degrees F (63 degrees C).</a:t>
            </a:r>
            <a:endParaRPr lang="en-GB" sz="800" dirty="0">
              <a:effectLst/>
              <a:latin typeface="Bai Jamjuree Light" pitchFamily="2" charset="-34"/>
              <a:cs typeface="Bai Jamjuree Light" pitchFamily="2" charset="-34"/>
            </a:endParaRPr>
          </a:p>
        </p:txBody>
      </p:sp>
    </p:spTree>
    <p:extLst>
      <p:ext uri="{BB962C8B-B14F-4D97-AF65-F5344CB8AC3E}">
        <p14:creationId xmlns:p14="http://schemas.microsoft.com/office/powerpoint/2010/main" val="636944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Google Shape;359;p38"/>
          <p:cNvPicPr preferRelativeResize="0"/>
          <p:nvPr/>
        </p:nvPicPr>
        <p:blipFill rotWithShape="1">
          <a:blip r:embed="rId3">
            <a:alphaModFix/>
          </a:blip>
          <a:srcRect l="25546" r="27301" b="62511"/>
          <a:stretch/>
        </p:blipFill>
        <p:spPr>
          <a:xfrm rot="-679338">
            <a:off x="4394887" y="3002617"/>
            <a:ext cx="5104853" cy="2630419"/>
          </a:xfrm>
          <a:prstGeom prst="rect">
            <a:avLst/>
          </a:prstGeom>
          <a:noFill/>
          <a:ln>
            <a:noFill/>
          </a:ln>
        </p:spPr>
      </p:pic>
      <p:sp>
        <p:nvSpPr>
          <p:cNvPr id="361" name="Google Shape;361;p38"/>
          <p:cNvSpPr txBox="1">
            <a:spLocks noGrp="1"/>
          </p:cNvSpPr>
          <p:nvPr>
            <p:ph type="subTitle" idx="3"/>
          </p:nvPr>
        </p:nvSpPr>
        <p:spPr>
          <a:xfrm>
            <a:off x="719999" y="1140905"/>
            <a:ext cx="4311998" cy="351945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GB" dirty="0"/>
              <a:t>Model used Mistral-7B-v0.1 (Transformer-based pre-trained model)</a:t>
            </a:r>
          </a:p>
          <a:p>
            <a:pPr marL="0" lvl="0" indent="0" algn="l" rtl="0">
              <a:spcBef>
                <a:spcPts val="0"/>
              </a:spcBef>
              <a:spcAft>
                <a:spcPts val="0"/>
              </a:spcAft>
            </a:pPr>
            <a:endParaRPr lang="en-GB" dirty="0"/>
          </a:p>
          <a:p>
            <a:pPr marL="0" lvl="0" indent="0" algn="l" rtl="0">
              <a:spcBef>
                <a:spcPts val="0"/>
              </a:spcBef>
              <a:spcAft>
                <a:spcPts val="0"/>
              </a:spcAft>
              <a:buNone/>
            </a:pPr>
            <a:r>
              <a:rPr lang="en-GB" dirty="0"/>
              <a:t>- </a:t>
            </a:r>
            <a:r>
              <a:rPr lang="en-GB" dirty="0" err="1"/>
              <a:t>AutoTokenizer</a:t>
            </a:r>
            <a:r>
              <a:rPr lang="en-GB" dirty="0"/>
              <a:t>: Efficient management and use of tokenizers linked to pre-trained models</a:t>
            </a:r>
          </a:p>
          <a:p>
            <a:pPr marL="0" lvl="0" indent="0" algn="l" rtl="0">
              <a:spcBef>
                <a:spcPts val="0"/>
              </a:spcBef>
              <a:spcAft>
                <a:spcPts val="0"/>
              </a:spcAft>
              <a:buNone/>
            </a:pPr>
            <a:r>
              <a:rPr lang="en-GB" dirty="0"/>
              <a:t>  - Dataset divided into title, ingredients, instructions</a:t>
            </a:r>
          </a:p>
          <a:p>
            <a:pPr marL="0" lvl="0" indent="0" algn="l" rtl="0">
              <a:spcBef>
                <a:spcPts val="0"/>
              </a:spcBef>
              <a:spcAft>
                <a:spcPts val="0"/>
              </a:spcAft>
              <a:buNone/>
            </a:pPr>
            <a:r>
              <a:rPr lang="en-GB" dirty="0"/>
              <a:t>  - Prompts formatted for optimal training:</a:t>
            </a:r>
          </a:p>
          <a:p>
            <a:pPr marL="0" lvl="0" indent="0" algn="l" rtl="0">
              <a:spcBef>
                <a:spcPts val="0"/>
              </a:spcBef>
              <a:spcAft>
                <a:spcPts val="0"/>
              </a:spcAft>
              <a:buNone/>
            </a:pPr>
            <a:r>
              <a:rPr lang="en-GB" dirty="0"/>
              <a:t>    - First Try: Title, Ingredients, Instructions</a:t>
            </a:r>
          </a:p>
          <a:p>
            <a:pPr marL="0" lvl="0" indent="0" algn="l" rtl="0">
              <a:spcBef>
                <a:spcPts val="0"/>
              </a:spcBef>
              <a:spcAft>
                <a:spcPts val="0"/>
              </a:spcAft>
              <a:buNone/>
            </a:pPr>
            <a:r>
              <a:rPr lang="en-GB" dirty="0"/>
              <a:t>    - Final: Generate Title and Instructions from Ingredients</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 Limited computational resources used 200 initial rows (80% training, 20% evaluation)</a:t>
            </a:r>
          </a:p>
          <a:p>
            <a:pPr marL="0" lvl="0" indent="0" algn="l" rtl="0">
              <a:spcBef>
                <a:spcPts val="0"/>
              </a:spcBef>
              <a:spcAft>
                <a:spcPts val="0"/>
              </a:spcAft>
              <a:buNone/>
            </a:pPr>
            <a:r>
              <a:rPr lang="en-GB" dirty="0"/>
              <a:t>  - Training steps capped at 500 for convergence without overfitting</a:t>
            </a:r>
          </a:p>
          <a:p>
            <a:pPr marL="0" lvl="0" indent="0" algn="l" rtl="0">
              <a:spcBef>
                <a:spcPts val="0"/>
              </a:spcBef>
              <a:spcAft>
                <a:spcPts val="0"/>
              </a:spcAft>
              <a:buNone/>
            </a:pPr>
            <a:r>
              <a:rPr lang="en-GB" dirty="0"/>
              <a:t>  - Model saved and evaluated every 25 steps</a:t>
            </a:r>
          </a:p>
          <a:p>
            <a:pPr marL="0" lvl="0" indent="0" algn="l" rtl="0">
              <a:spcBef>
                <a:spcPts val="0"/>
              </a:spcBef>
              <a:spcAft>
                <a:spcPts val="0"/>
              </a:spcAft>
              <a:buNone/>
            </a:pPr>
            <a:r>
              <a:rPr lang="en-GB" dirty="0"/>
              <a:t>  - Organized checkpoints/logs in separate directories for efficient monitoring and analysis</a:t>
            </a:r>
          </a:p>
        </p:txBody>
      </p:sp>
      <p:pic>
        <p:nvPicPr>
          <p:cNvPr id="366" name="Google Shape;366;p38"/>
          <p:cNvPicPr preferRelativeResize="0">
            <a:picLocks noGrp="1"/>
          </p:cNvPicPr>
          <p:nvPr>
            <p:ph type="pic" idx="6"/>
          </p:nvPr>
        </p:nvPicPr>
        <p:blipFill>
          <a:blip r:embed="rId4"/>
          <a:srcRect l="18039" r="18039"/>
          <a:stretch/>
        </p:blipFill>
        <p:spPr>
          <a:xfrm>
            <a:off x="7203306" y="993937"/>
            <a:ext cx="928087" cy="929221"/>
          </a:xfrm>
          <a:prstGeom prst="ellipse">
            <a:avLst/>
          </a:prstGeom>
        </p:spPr>
      </p:pic>
      <p:sp>
        <p:nvSpPr>
          <p:cNvPr id="2" name="Google Shape;342;p37">
            <a:extLst>
              <a:ext uri="{FF2B5EF4-FFF2-40B4-BE49-F238E27FC236}">
                <a16:creationId xmlns:a16="http://schemas.microsoft.com/office/drawing/2014/main" id="{C2AB2EBC-F91D-2747-13A3-A447FF2FA0B9}"/>
              </a:ext>
            </a:extLst>
          </p:cNvPr>
          <p:cNvSpPr txBox="1">
            <a:spLocks/>
          </p:cNvSpPr>
          <p:nvPr/>
        </p:nvSpPr>
        <p:spPr>
          <a:xfrm>
            <a:off x="719999" y="445025"/>
            <a:ext cx="6094269" cy="6958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Phudu SemiBold"/>
              <a:buNone/>
              <a:defRPr sz="4800" b="0" i="0" u="none" strike="noStrike" cap="none">
                <a:solidFill>
                  <a:schemeClr val="accent1"/>
                </a:solidFill>
                <a:latin typeface="Phudu SemiBold"/>
                <a:ea typeface="Phudu SemiBold"/>
                <a:cs typeface="Phudu SemiBold"/>
                <a:sym typeface="Phudu SemiBold"/>
              </a:defRPr>
            </a:lvl1pPr>
            <a:lvl2pPr marR="0" lvl="1"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2pPr>
            <a:lvl3pPr marR="0" lvl="2"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3pPr>
            <a:lvl4pPr marR="0" lvl="3"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4pPr>
            <a:lvl5pPr marR="0" lvl="4"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5pPr>
            <a:lvl6pPr marR="0" lvl="5"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6pPr>
            <a:lvl7pPr marR="0" lvl="6"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7pPr>
            <a:lvl8pPr marR="0" lvl="7"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8pPr>
            <a:lvl9pPr marR="0" lvl="8"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9pPr>
          </a:lstStyle>
          <a:p>
            <a:r>
              <a:rPr lang="en-GB" sz="3200" dirty="0">
                <a:solidFill>
                  <a:schemeClr val="tx1"/>
                </a:solidFill>
              </a:rPr>
              <a:t>Tokenization and training</a:t>
            </a:r>
          </a:p>
        </p:txBody>
      </p:sp>
      <p:pic>
        <p:nvPicPr>
          <p:cNvPr id="14" name="Picture 13" descr="A screenshot of a graph&#10;&#10;Description automatically generated">
            <a:extLst>
              <a:ext uri="{FF2B5EF4-FFF2-40B4-BE49-F238E27FC236}">
                <a16:creationId xmlns:a16="http://schemas.microsoft.com/office/drawing/2014/main" id="{E4DD3405-D54F-90B4-91EC-B418C8EB0EDC}"/>
              </a:ext>
            </a:extLst>
          </p:cNvPr>
          <p:cNvPicPr>
            <a:picLocks noChangeAspect="1"/>
          </p:cNvPicPr>
          <p:nvPr/>
        </p:nvPicPr>
        <p:blipFill>
          <a:blip r:embed="rId5"/>
          <a:stretch>
            <a:fillRect/>
          </a:stretch>
        </p:blipFill>
        <p:spPr>
          <a:xfrm>
            <a:off x="5179626" y="2179475"/>
            <a:ext cx="3535374" cy="14423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370"/>
        <p:cNvGrpSpPr/>
        <p:nvPr/>
      </p:nvGrpSpPr>
      <p:grpSpPr>
        <a:xfrm>
          <a:off x="0" y="0"/>
          <a:ext cx="0" cy="0"/>
          <a:chOff x="0" y="0"/>
          <a:chExt cx="0" cy="0"/>
        </a:xfrm>
      </p:grpSpPr>
      <p:sp>
        <p:nvSpPr>
          <p:cNvPr id="372" name="Google Shape;372;p39"/>
          <p:cNvSpPr txBox="1">
            <a:spLocks noGrp="1"/>
          </p:cNvSpPr>
          <p:nvPr>
            <p:ph type="subTitle" idx="1"/>
          </p:nvPr>
        </p:nvSpPr>
        <p:spPr>
          <a:xfrm>
            <a:off x="719999" y="1140905"/>
            <a:ext cx="4173734" cy="3685738"/>
          </a:xfrm>
          <a:prstGeom prst="rect">
            <a:avLst/>
          </a:prstGeom>
        </p:spPr>
        <p:txBody>
          <a:bodyPr spcFirstLastPara="1" wrap="square" lIns="91425" tIns="91425" rIns="91425" bIns="91425" anchor="t" anchorCtr="0">
            <a:noAutofit/>
          </a:bodyPr>
          <a:lstStyle/>
          <a:p>
            <a:pPr marL="171450" indent="-171450" algn="l">
              <a:buFont typeface="Arial" panose="020B0604020202020204" pitchFamily="34" charset="0"/>
              <a:buChar char="•"/>
            </a:pPr>
            <a:r>
              <a:rPr lang="en-GB" sz="1200" dirty="0"/>
              <a:t>Model prepared for 4-bit training using </a:t>
            </a:r>
            <a:r>
              <a:rPr lang="en-GB" sz="1200" dirty="0" err="1"/>
              <a:t>QLoRA</a:t>
            </a:r>
            <a:r>
              <a:rPr lang="en-GB" sz="1200" dirty="0"/>
              <a:t>, quantizing the weights of the model</a:t>
            </a:r>
          </a:p>
          <a:p>
            <a:pPr marL="0" lvl="0" indent="0" algn="l" rtl="0">
              <a:spcBef>
                <a:spcPts val="0"/>
              </a:spcBef>
              <a:spcAft>
                <a:spcPts val="0"/>
              </a:spcAft>
            </a:pPr>
            <a:endParaRPr lang="en-GB" sz="1200" dirty="0"/>
          </a:p>
          <a:p>
            <a:pPr marL="171450" lvl="0" indent="-171450" algn="l" rtl="0">
              <a:spcBef>
                <a:spcPts val="0"/>
              </a:spcBef>
              <a:spcAft>
                <a:spcPts val="0"/>
              </a:spcAft>
              <a:buFont typeface="Arial" panose="020B0604020202020204" pitchFamily="34" charset="0"/>
              <a:buChar char="•"/>
            </a:pPr>
            <a:r>
              <a:rPr lang="en-GB" sz="1200" dirty="0"/>
              <a:t>Finetuned with </a:t>
            </a:r>
            <a:r>
              <a:rPr lang="en-GB" sz="1200" dirty="0" err="1"/>
              <a:t>LoRA</a:t>
            </a:r>
            <a:r>
              <a:rPr lang="en-GB" sz="1200" dirty="0"/>
              <a:t> (Low-Rank Adaptation) by injecting trainable low-rank matrices into each layer of the architecture</a:t>
            </a:r>
          </a:p>
          <a:p>
            <a:pPr marL="0" lvl="0" indent="0" algn="l" rtl="0">
              <a:spcBef>
                <a:spcPts val="0"/>
              </a:spcBef>
              <a:spcAft>
                <a:spcPts val="0"/>
              </a:spcAft>
            </a:pPr>
            <a:endParaRPr lang="en-GB" sz="1200" dirty="0"/>
          </a:p>
          <a:p>
            <a:pPr marL="171450" lvl="0" indent="-171450" algn="l" rtl="0">
              <a:spcBef>
                <a:spcPts val="0"/>
              </a:spcBef>
              <a:spcAft>
                <a:spcPts val="0"/>
              </a:spcAft>
              <a:buFont typeface="Arial" panose="020B0604020202020204" pitchFamily="34" charset="0"/>
              <a:buChar char="•"/>
            </a:pPr>
            <a:r>
              <a:rPr lang="en-GB" sz="1200" dirty="0" err="1"/>
              <a:t>LoRAConfig</a:t>
            </a:r>
            <a:r>
              <a:rPr lang="en-GB" sz="1200" dirty="0"/>
              <a:t>: sets compression ratio, target modules, and dropout rate for balanced compression and accuracy</a:t>
            </a:r>
          </a:p>
          <a:p>
            <a:pPr marL="171450" lvl="0" indent="-171450" algn="l" rtl="0">
              <a:spcBef>
                <a:spcPts val="0"/>
              </a:spcBef>
              <a:spcAft>
                <a:spcPts val="0"/>
              </a:spcAft>
              <a:buFont typeface="Arial" panose="020B0604020202020204" pitchFamily="34" charset="0"/>
              <a:buChar char="•"/>
            </a:pPr>
            <a:endParaRPr lang="en-GB" sz="1200" dirty="0"/>
          </a:p>
          <a:p>
            <a:pPr marL="171450" lvl="0" indent="-171450" algn="l" rtl="0">
              <a:spcBef>
                <a:spcPts val="0"/>
              </a:spcBef>
              <a:spcAft>
                <a:spcPts val="0"/>
              </a:spcAft>
              <a:buFont typeface="Arial" panose="020B0604020202020204" pitchFamily="34" charset="0"/>
              <a:buChar char="•"/>
            </a:pPr>
            <a:r>
              <a:rPr lang="en-GB" sz="1200" dirty="0"/>
              <a:t>Model and data parallelism with multi-GPU support for efficient training and inference</a:t>
            </a:r>
          </a:p>
          <a:p>
            <a:pPr marL="171450" lvl="0" indent="-171450" algn="l" rtl="0">
              <a:spcBef>
                <a:spcPts val="0"/>
              </a:spcBef>
              <a:spcAft>
                <a:spcPts val="0"/>
              </a:spcAft>
              <a:buFont typeface="Arial" panose="020B0604020202020204" pitchFamily="34" charset="0"/>
              <a:buChar char="•"/>
            </a:pPr>
            <a:endParaRPr lang="en-GB" sz="1200" dirty="0"/>
          </a:p>
          <a:p>
            <a:pPr marL="171450" lvl="0" indent="-171450" algn="l" rtl="0">
              <a:spcBef>
                <a:spcPts val="0"/>
              </a:spcBef>
              <a:spcAft>
                <a:spcPts val="0"/>
              </a:spcAft>
              <a:buFont typeface="Arial" panose="020B0604020202020204" pitchFamily="34" charset="0"/>
              <a:buChar char="•"/>
            </a:pPr>
            <a:r>
              <a:rPr lang="en-GB" sz="1200" dirty="0"/>
              <a:t>Trained model loaded via PEFT(Parameter-Efficient Fine-Tuning), fine-tuning only a small number of parameters while freezing the others</a:t>
            </a:r>
          </a:p>
          <a:p>
            <a:pPr marL="171450" lvl="0" indent="-171450" algn="l" rtl="0">
              <a:spcBef>
                <a:spcPts val="0"/>
              </a:spcBef>
              <a:spcAft>
                <a:spcPts val="0"/>
              </a:spcAft>
              <a:buFont typeface="Arial" panose="020B0604020202020204" pitchFamily="34" charset="0"/>
              <a:buChar char="•"/>
            </a:pPr>
            <a:endParaRPr lang="en-GB" sz="1200" dirty="0"/>
          </a:p>
          <a:p>
            <a:pPr marL="171450" lvl="0" indent="-171450" algn="l" rtl="0">
              <a:spcBef>
                <a:spcPts val="0"/>
              </a:spcBef>
              <a:spcAft>
                <a:spcPts val="0"/>
              </a:spcAft>
              <a:buFont typeface="Arial" panose="020B0604020202020204" pitchFamily="34" charset="0"/>
              <a:buChar char="•"/>
            </a:pPr>
            <a:r>
              <a:rPr lang="en-GB" sz="1200" dirty="0"/>
              <a:t>Tokenized prompts fed into the fine-tuned model using the `generate` method for coherent text output</a:t>
            </a:r>
          </a:p>
        </p:txBody>
      </p:sp>
      <p:sp>
        <p:nvSpPr>
          <p:cNvPr id="2" name="Google Shape;342;p37">
            <a:extLst>
              <a:ext uri="{FF2B5EF4-FFF2-40B4-BE49-F238E27FC236}">
                <a16:creationId xmlns:a16="http://schemas.microsoft.com/office/drawing/2014/main" id="{E2465C0C-6B5D-693D-2A9B-4736FD3FDC20}"/>
              </a:ext>
            </a:extLst>
          </p:cNvPr>
          <p:cNvSpPr txBox="1">
            <a:spLocks/>
          </p:cNvSpPr>
          <p:nvPr/>
        </p:nvSpPr>
        <p:spPr>
          <a:xfrm>
            <a:off x="719999" y="445025"/>
            <a:ext cx="6094269" cy="6958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Phudu SemiBold"/>
              <a:buNone/>
              <a:defRPr sz="4800" b="0" i="0" u="none" strike="noStrike" cap="none">
                <a:solidFill>
                  <a:schemeClr val="accent1"/>
                </a:solidFill>
                <a:latin typeface="Phudu SemiBold"/>
                <a:ea typeface="Phudu SemiBold"/>
                <a:cs typeface="Phudu SemiBold"/>
                <a:sym typeface="Phudu SemiBold"/>
              </a:defRPr>
            </a:lvl1pPr>
            <a:lvl2pPr marR="0" lvl="1"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2pPr>
            <a:lvl3pPr marR="0" lvl="2"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3pPr>
            <a:lvl4pPr marR="0" lvl="3"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4pPr>
            <a:lvl5pPr marR="0" lvl="4"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5pPr>
            <a:lvl6pPr marR="0" lvl="5"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6pPr>
            <a:lvl7pPr marR="0" lvl="6"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7pPr>
            <a:lvl8pPr marR="0" lvl="7"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8pPr>
            <a:lvl9pPr marR="0" lvl="8"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9pPr>
          </a:lstStyle>
          <a:p>
            <a:r>
              <a:rPr lang="en-GB" sz="3200" dirty="0">
                <a:solidFill>
                  <a:schemeClr val="tx1"/>
                </a:solidFill>
              </a:rPr>
              <a:t>Quantization and compression</a:t>
            </a:r>
          </a:p>
        </p:txBody>
      </p:sp>
      <p:graphicFrame>
        <p:nvGraphicFramePr>
          <p:cNvPr id="6" name="Google Shape;387;p41">
            <a:extLst>
              <a:ext uri="{FF2B5EF4-FFF2-40B4-BE49-F238E27FC236}">
                <a16:creationId xmlns:a16="http://schemas.microsoft.com/office/drawing/2014/main" id="{63E5C60B-E978-92D3-8F11-350C5EE8A59C}"/>
              </a:ext>
            </a:extLst>
          </p:cNvPr>
          <p:cNvGraphicFramePr/>
          <p:nvPr>
            <p:extLst>
              <p:ext uri="{D42A27DB-BD31-4B8C-83A1-F6EECF244321}">
                <p14:modId xmlns:p14="http://schemas.microsoft.com/office/powerpoint/2010/main" val="636827940"/>
              </p:ext>
            </p:extLst>
          </p:nvPr>
        </p:nvGraphicFramePr>
        <p:xfrm>
          <a:off x="5704552" y="1299282"/>
          <a:ext cx="2719449" cy="3399193"/>
        </p:xfrm>
        <a:graphic>
          <a:graphicData uri="http://schemas.openxmlformats.org/drawingml/2006/table">
            <a:tbl>
              <a:tblPr>
                <a:noFill/>
                <a:tableStyleId>{3197278F-E149-4FD7-B3B8-CF3E78395493}</a:tableStyleId>
              </a:tblPr>
              <a:tblGrid>
                <a:gridCol w="943149">
                  <a:extLst>
                    <a:ext uri="{9D8B030D-6E8A-4147-A177-3AD203B41FA5}">
                      <a16:colId xmlns:a16="http://schemas.microsoft.com/office/drawing/2014/main" val="20000"/>
                    </a:ext>
                  </a:extLst>
                </a:gridCol>
                <a:gridCol w="888150">
                  <a:extLst>
                    <a:ext uri="{9D8B030D-6E8A-4147-A177-3AD203B41FA5}">
                      <a16:colId xmlns:a16="http://schemas.microsoft.com/office/drawing/2014/main" val="20001"/>
                    </a:ext>
                  </a:extLst>
                </a:gridCol>
                <a:gridCol w="888150">
                  <a:extLst>
                    <a:ext uri="{9D8B030D-6E8A-4147-A177-3AD203B41FA5}">
                      <a16:colId xmlns:a16="http://schemas.microsoft.com/office/drawing/2014/main" val="20002"/>
                    </a:ext>
                  </a:extLst>
                </a:gridCol>
              </a:tblGrid>
              <a:tr h="315880">
                <a:tc>
                  <a:txBody>
                    <a:bodyPr/>
                    <a:lstStyle/>
                    <a:p>
                      <a:pPr marL="0" lvl="0" indent="0" algn="ctr" rtl="0">
                        <a:spcBef>
                          <a:spcPts val="0"/>
                        </a:spcBef>
                        <a:spcAft>
                          <a:spcPts val="0"/>
                        </a:spcAft>
                        <a:buNone/>
                      </a:pPr>
                      <a:r>
                        <a:rPr lang="en" sz="1000" i="1" dirty="0">
                          <a:solidFill>
                            <a:schemeClr val="dk1"/>
                          </a:solidFill>
                          <a:latin typeface="Phudu Medium"/>
                          <a:ea typeface="Phudu Medium"/>
                          <a:cs typeface="Phudu Medium"/>
                          <a:sym typeface="Phudu Medium"/>
                        </a:rPr>
                        <a:t>parameter</a:t>
                      </a:r>
                      <a:endParaRPr sz="1000" i="1" dirty="0">
                        <a:solidFill>
                          <a:schemeClr val="dk1"/>
                        </a:solidFill>
                        <a:latin typeface="Phudu Medium"/>
                        <a:ea typeface="Phudu Medium"/>
                        <a:cs typeface="Phudu Medium"/>
                        <a:sym typeface="Phudu Medium"/>
                      </a:endParaRPr>
                    </a:p>
                  </a:txBody>
                  <a:tcPr marL="63892" marR="63892" marT="47924" marB="47924"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marL="0" lvl="0" indent="0" algn="ctr" rtl="0">
                        <a:spcBef>
                          <a:spcPts val="0"/>
                        </a:spcBef>
                        <a:spcAft>
                          <a:spcPts val="0"/>
                        </a:spcAft>
                        <a:buNone/>
                      </a:pPr>
                      <a:r>
                        <a:rPr lang="en" sz="1000" i="1" dirty="0">
                          <a:solidFill>
                            <a:schemeClr val="dk1"/>
                          </a:solidFill>
                          <a:latin typeface="Phudu Medium"/>
                          <a:ea typeface="Phudu Medium"/>
                          <a:cs typeface="Phudu Medium"/>
                          <a:sym typeface="Phudu Medium"/>
                        </a:rPr>
                        <a:t>value</a:t>
                      </a:r>
                      <a:endParaRPr sz="1000" i="1" dirty="0">
                        <a:solidFill>
                          <a:schemeClr val="dk1"/>
                        </a:solidFill>
                        <a:latin typeface="Phudu Medium"/>
                        <a:ea typeface="Phudu Medium"/>
                        <a:cs typeface="Phudu Medium"/>
                        <a:sym typeface="Phudu Medium"/>
                      </a:endParaRPr>
                    </a:p>
                  </a:txBody>
                  <a:tcPr marL="63892" marR="63892" marT="47924" marB="47924"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marL="0" lvl="0" indent="0" algn="ctr" rtl="0">
                        <a:spcBef>
                          <a:spcPts val="0"/>
                        </a:spcBef>
                        <a:spcAft>
                          <a:spcPts val="0"/>
                        </a:spcAft>
                        <a:buNone/>
                      </a:pPr>
                      <a:r>
                        <a:rPr lang="en" sz="1000" i="1" dirty="0">
                          <a:solidFill>
                            <a:schemeClr val="dk1"/>
                          </a:solidFill>
                          <a:latin typeface="Phudu Medium"/>
                          <a:ea typeface="Phudu Medium"/>
                          <a:cs typeface="Phudu Medium"/>
                          <a:sym typeface="Phudu Medium"/>
                        </a:rPr>
                        <a:t>description</a:t>
                      </a:r>
                      <a:endParaRPr sz="1000" i="1" dirty="0">
                        <a:solidFill>
                          <a:schemeClr val="dk1"/>
                        </a:solidFill>
                        <a:latin typeface="Phudu Medium"/>
                        <a:ea typeface="Phudu Medium"/>
                        <a:cs typeface="Phudu Medium"/>
                        <a:sym typeface="Phudu Medium"/>
                      </a:endParaRPr>
                    </a:p>
                  </a:txBody>
                  <a:tcPr marL="63892" marR="63892" marT="47924" marB="47924"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extLst>
                  <a:ext uri="{0D108BD9-81ED-4DB2-BD59-A6C34878D82A}">
                    <a16:rowId xmlns:a16="http://schemas.microsoft.com/office/drawing/2014/main" val="10000"/>
                  </a:ext>
                </a:extLst>
              </a:tr>
              <a:tr h="326939">
                <a:tc>
                  <a:txBody>
                    <a:bodyPr/>
                    <a:lstStyle/>
                    <a:p>
                      <a:pPr marL="0" lvl="0" indent="0" algn="ctr" rtl="0">
                        <a:spcBef>
                          <a:spcPts val="0"/>
                        </a:spcBef>
                        <a:spcAft>
                          <a:spcPts val="0"/>
                        </a:spcAft>
                        <a:buNone/>
                      </a:pPr>
                      <a:r>
                        <a:rPr lang="en" sz="800" dirty="0">
                          <a:solidFill>
                            <a:schemeClr val="accent1"/>
                          </a:solidFill>
                          <a:latin typeface="Bai Jamjuree Light" pitchFamily="2" charset="-34"/>
                          <a:ea typeface="Bai Jamjuree SemiBold"/>
                          <a:cs typeface="Bai Jamjuree Light" pitchFamily="2" charset="-34"/>
                          <a:sym typeface="Bai Jamjuree SemiBold"/>
                        </a:rPr>
                        <a:t>r</a:t>
                      </a:r>
                      <a:endParaRPr sz="800" dirty="0">
                        <a:solidFill>
                          <a:schemeClr val="accent1"/>
                        </a:solidFill>
                        <a:latin typeface="Bai Jamjuree Light" pitchFamily="2" charset="-34"/>
                        <a:ea typeface="Bai Jamjuree SemiBold"/>
                        <a:cs typeface="Bai Jamjuree Light" pitchFamily="2" charset="-34"/>
                        <a:sym typeface="Bai Jamjuree SemiBold"/>
                      </a:endParaRPr>
                    </a:p>
                  </a:txBody>
                  <a:tcPr marL="63892" marR="63892"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marL="0" lvl="0" indent="0" algn="ctr" rtl="0">
                        <a:spcBef>
                          <a:spcPts val="0"/>
                        </a:spcBef>
                        <a:spcAft>
                          <a:spcPts val="0"/>
                        </a:spcAft>
                        <a:buNone/>
                      </a:pPr>
                      <a:r>
                        <a:rPr lang="en" sz="800" dirty="0">
                          <a:solidFill>
                            <a:schemeClr val="dk1"/>
                          </a:solidFill>
                          <a:latin typeface="Bai Jamjuree Light" pitchFamily="2" charset="-34"/>
                          <a:ea typeface="Bai Jamjuree Medium"/>
                          <a:cs typeface="Bai Jamjuree Light" pitchFamily="2" charset="-34"/>
                          <a:sym typeface="Bai Jamjuree Medium"/>
                        </a:rPr>
                        <a:t>32</a:t>
                      </a:r>
                      <a:endParaRPr sz="800" dirty="0">
                        <a:solidFill>
                          <a:schemeClr val="dk1"/>
                        </a:solidFill>
                        <a:latin typeface="Bai Jamjuree Light" pitchFamily="2" charset="-34"/>
                        <a:ea typeface="Bai Jamjuree Medium"/>
                        <a:cs typeface="Bai Jamjuree Light" pitchFamily="2" charset="-34"/>
                        <a:sym typeface="Bai Jamjuree Medium"/>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Compression ratio that controls the rank of the adaptation matrix</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1"/>
                  </a:ext>
                </a:extLst>
              </a:tr>
              <a:tr h="326939">
                <a:tc>
                  <a:txBody>
                    <a:bodyPr/>
                    <a:lstStyle/>
                    <a:p>
                      <a:pPr marL="0" lvl="0" indent="0" algn="ctr" rtl="0">
                        <a:spcBef>
                          <a:spcPts val="0"/>
                        </a:spcBef>
                        <a:spcAft>
                          <a:spcPts val="0"/>
                        </a:spcAft>
                        <a:buNone/>
                      </a:pPr>
                      <a:r>
                        <a:rPr lang="en-GB" sz="800" dirty="0">
                          <a:solidFill>
                            <a:schemeClr val="accent1"/>
                          </a:solidFill>
                          <a:latin typeface="Bai Jamjuree Light" pitchFamily="2" charset="-34"/>
                          <a:ea typeface="Bai Jamjuree SemiBold"/>
                          <a:cs typeface="Bai Jamjuree Light" pitchFamily="2" charset="-34"/>
                          <a:sym typeface="Bai Jamjuree SemiBold"/>
                        </a:rPr>
                        <a:t>L</a:t>
                      </a:r>
                      <a:r>
                        <a:rPr lang="en" sz="800" dirty="0" err="1">
                          <a:solidFill>
                            <a:schemeClr val="accent1"/>
                          </a:solidFill>
                          <a:latin typeface="Bai Jamjuree Light" pitchFamily="2" charset="-34"/>
                          <a:ea typeface="Bai Jamjuree SemiBold"/>
                          <a:cs typeface="Bai Jamjuree Light" pitchFamily="2" charset="-34"/>
                          <a:sym typeface="Bai Jamjuree SemiBold"/>
                        </a:rPr>
                        <a:t>ora</a:t>
                      </a:r>
                      <a:r>
                        <a:rPr lang="en" sz="800" dirty="0">
                          <a:solidFill>
                            <a:schemeClr val="accent1"/>
                          </a:solidFill>
                          <a:latin typeface="Bai Jamjuree Light" pitchFamily="2" charset="-34"/>
                          <a:ea typeface="Bai Jamjuree SemiBold"/>
                          <a:cs typeface="Bai Jamjuree Light" pitchFamily="2" charset="-34"/>
                          <a:sym typeface="Bai Jamjuree SemiBold"/>
                        </a:rPr>
                        <a:t> alpha</a:t>
                      </a:r>
                      <a:endParaRPr sz="800" dirty="0">
                        <a:solidFill>
                          <a:schemeClr val="accent1"/>
                        </a:solidFill>
                        <a:latin typeface="Bai Jamjuree Light" pitchFamily="2" charset="-34"/>
                        <a:ea typeface="Bai Jamjuree SemiBold"/>
                        <a:cs typeface="Bai Jamjuree Light" pitchFamily="2" charset="-34"/>
                        <a:sym typeface="Bai Jamjuree SemiBold"/>
                      </a:endParaRPr>
                    </a:p>
                  </a:txBody>
                  <a:tcPr marL="63892" marR="63892"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marL="0" lvl="0" indent="0" algn="ctr" rtl="0">
                        <a:spcBef>
                          <a:spcPts val="0"/>
                        </a:spcBef>
                        <a:spcAft>
                          <a:spcPts val="0"/>
                        </a:spcAft>
                        <a:buNone/>
                      </a:pPr>
                      <a:r>
                        <a:rPr lang="en" sz="800" dirty="0">
                          <a:solidFill>
                            <a:schemeClr val="dk1"/>
                          </a:solidFill>
                          <a:latin typeface="Bai Jamjuree Light" pitchFamily="2" charset="-34"/>
                          <a:ea typeface="Bai Jamjuree Medium"/>
                          <a:cs typeface="Bai Jamjuree Light" pitchFamily="2" charset="-34"/>
                          <a:sym typeface="Bai Jamjuree Medium"/>
                        </a:rPr>
                        <a:t>64</a:t>
                      </a:r>
                      <a:endParaRPr sz="800" dirty="0">
                        <a:solidFill>
                          <a:schemeClr val="dk1"/>
                        </a:solidFill>
                        <a:latin typeface="Bai Jamjuree Light" pitchFamily="2" charset="-34"/>
                        <a:ea typeface="Bai Jamjuree Medium"/>
                        <a:cs typeface="Bai Jamjuree Light" pitchFamily="2" charset="-34"/>
                        <a:sym typeface="Bai Jamjuree Medium"/>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Scaling factor to adjust the learning rate for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LoRA</a:t>
                      </a:r>
                      <a:r>
                        <a:rPr lang="en-GB" sz="800" b="0" i="0" u="none" strike="noStrike" cap="none" dirty="0">
                          <a:solidFill>
                            <a:schemeClr val="tx1"/>
                          </a:solidFill>
                          <a:effectLst/>
                          <a:latin typeface="Bai Jamjuree Light" pitchFamily="2" charset="-34"/>
                          <a:ea typeface="Arial"/>
                          <a:cs typeface="Bai Jamjuree Light" pitchFamily="2" charset="-34"/>
                          <a:sym typeface="Arial"/>
                        </a:rPr>
                        <a:t> weights</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2"/>
                  </a:ext>
                </a:extLst>
              </a:tr>
              <a:tr h="766833">
                <a:tc>
                  <a:txBody>
                    <a:bodyPr/>
                    <a:lstStyle/>
                    <a:p>
                      <a:pPr marL="0" lvl="0" indent="0" algn="ctr" rtl="0">
                        <a:spcBef>
                          <a:spcPts val="0"/>
                        </a:spcBef>
                        <a:spcAft>
                          <a:spcPts val="0"/>
                        </a:spcAft>
                        <a:buNone/>
                      </a:pPr>
                      <a:r>
                        <a:rPr lang="en-GB" sz="800" dirty="0">
                          <a:solidFill>
                            <a:schemeClr val="accent1"/>
                          </a:solidFill>
                          <a:latin typeface="Bai Jamjuree Light" pitchFamily="2" charset="-34"/>
                          <a:ea typeface="Bai Jamjuree SemiBold"/>
                          <a:cs typeface="Bai Jamjuree Light" pitchFamily="2" charset="-34"/>
                          <a:sym typeface="Bai Jamjuree SemiBold"/>
                        </a:rPr>
                        <a:t>T</a:t>
                      </a:r>
                      <a:r>
                        <a:rPr lang="en" sz="800" dirty="0" err="1">
                          <a:solidFill>
                            <a:schemeClr val="accent1"/>
                          </a:solidFill>
                          <a:latin typeface="Bai Jamjuree Light" pitchFamily="2" charset="-34"/>
                          <a:ea typeface="Bai Jamjuree SemiBold"/>
                          <a:cs typeface="Bai Jamjuree Light" pitchFamily="2" charset="-34"/>
                          <a:sym typeface="Bai Jamjuree SemiBold"/>
                        </a:rPr>
                        <a:t>arget</a:t>
                      </a:r>
                      <a:r>
                        <a:rPr lang="en" sz="800" dirty="0">
                          <a:solidFill>
                            <a:schemeClr val="accent1"/>
                          </a:solidFill>
                          <a:latin typeface="Bai Jamjuree Light" pitchFamily="2" charset="-34"/>
                          <a:ea typeface="Bai Jamjuree SemiBold"/>
                          <a:cs typeface="Bai Jamjuree Light" pitchFamily="2" charset="-34"/>
                          <a:sym typeface="Bai Jamjuree SemiBold"/>
                        </a:rPr>
                        <a:t> Modules</a:t>
                      </a:r>
                      <a:endParaRPr sz="800" dirty="0">
                        <a:solidFill>
                          <a:schemeClr val="accent1"/>
                        </a:solidFill>
                        <a:latin typeface="Bai Jamjuree Light" pitchFamily="2" charset="-34"/>
                        <a:ea typeface="Bai Jamjuree SemiBold"/>
                        <a:cs typeface="Bai Jamjuree Light" pitchFamily="2" charset="-34"/>
                        <a:sym typeface="Bai Jamjuree SemiBold"/>
                      </a:endParaRPr>
                    </a:p>
                  </a:txBody>
                  <a:tcPr marL="63892" marR="63892"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q_proj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k_proj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v_proj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o_proj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gate_proj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up_proj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down_proj</a:t>
                      </a:r>
                      <a:r>
                        <a:rPr lang="en-GB" sz="800" b="0" i="0" u="none" strike="noStrike" cap="none" dirty="0">
                          <a:solidFill>
                            <a:schemeClr val="tx1"/>
                          </a:solidFill>
                          <a:effectLst/>
                          <a:latin typeface="Bai Jamjuree Light" pitchFamily="2" charset="-34"/>
                          <a:ea typeface="Arial"/>
                          <a:cs typeface="Bai Jamjuree Light" pitchFamily="2" charset="-34"/>
                          <a:sym typeface="Arial"/>
                        </a:rPr>
                        <a:t>",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lm_head</a:t>
                      </a:r>
                      <a:r>
                        <a:rPr lang="en-GB" sz="800" b="0" i="0" u="none" strike="noStrike" cap="none" dirty="0">
                          <a:solidFill>
                            <a:schemeClr val="tx1"/>
                          </a:solidFill>
                          <a:effectLst/>
                          <a:latin typeface="Bai Jamjuree Light" pitchFamily="2" charset="-34"/>
                          <a:ea typeface="Arial"/>
                          <a:cs typeface="Bai Jamjuree Light" pitchFamily="2" charset="-34"/>
                          <a:sym typeface="Arial"/>
                        </a:rPr>
                        <a:t>"</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List of target modules for quantization</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3"/>
                  </a:ext>
                </a:extLst>
              </a:tr>
              <a:tr h="326939">
                <a:tc>
                  <a:txBody>
                    <a:bodyPr/>
                    <a:lstStyle/>
                    <a:p>
                      <a:pPr marL="0" lvl="0" indent="0" algn="ctr" rtl="0">
                        <a:spcBef>
                          <a:spcPts val="0"/>
                        </a:spcBef>
                        <a:spcAft>
                          <a:spcPts val="0"/>
                        </a:spcAft>
                        <a:buNone/>
                      </a:pPr>
                      <a:r>
                        <a:rPr lang="en" sz="800" dirty="0">
                          <a:solidFill>
                            <a:schemeClr val="accent1"/>
                          </a:solidFill>
                          <a:latin typeface="Bai Jamjuree Light" pitchFamily="2" charset="-34"/>
                          <a:ea typeface="Bai Jamjuree SemiBold"/>
                          <a:cs typeface="Bai Jamjuree Light" pitchFamily="2" charset="-34"/>
                          <a:sym typeface="Bai Jamjuree SemiBold"/>
                        </a:rPr>
                        <a:t>Bias</a:t>
                      </a:r>
                      <a:endParaRPr sz="800" dirty="0">
                        <a:solidFill>
                          <a:schemeClr val="accent1"/>
                        </a:solidFill>
                        <a:latin typeface="Bai Jamjuree Light" pitchFamily="2" charset="-34"/>
                        <a:ea typeface="Bai Jamjuree SemiBold"/>
                        <a:cs typeface="Bai Jamjuree Light" pitchFamily="2" charset="-34"/>
                        <a:sym typeface="Bai Jamjuree SemiBold"/>
                      </a:endParaRPr>
                    </a:p>
                  </a:txBody>
                  <a:tcPr marL="63892" marR="63892"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"none"</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Indicates whether to apply bias correction ("none", "all", or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lora_only</a:t>
                      </a:r>
                      <a:r>
                        <a:rPr lang="en-GB" sz="800" b="0" i="0" u="none" strike="noStrike" cap="none" dirty="0">
                          <a:solidFill>
                            <a:schemeClr val="tx1"/>
                          </a:solidFill>
                          <a:effectLst/>
                          <a:latin typeface="Bai Jamjuree Light" pitchFamily="2" charset="-34"/>
                          <a:ea typeface="Arial"/>
                          <a:cs typeface="Bai Jamjuree Light" pitchFamily="2" charset="-34"/>
                          <a:sym typeface="Arial"/>
                        </a:rPr>
                        <a:t>")</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4"/>
                  </a:ext>
                </a:extLst>
              </a:tr>
              <a:tr h="326939">
                <a:tc>
                  <a:txBody>
                    <a:bodyPr/>
                    <a:lstStyle/>
                    <a:p>
                      <a:pPr marL="0" lvl="0" indent="0" algn="ctr" rtl="0">
                        <a:spcBef>
                          <a:spcPts val="0"/>
                        </a:spcBef>
                        <a:spcAft>
                          <a:spcPts val="0"/>
                        </a:spcAft>
                        <a:buNone/>
                      </a:pPr>
                      <a:r>
                        <a:rPr lang="en" sz="800" dirty="0">
                          <a:solidFill>
                            <a:schemeClr val="accent1"/>
                          </a:solidFill>
                          <a:latin typeface="Bai Jamjuree Light" pitchFamily="2" charset="-34"/>
                          <a:ea typeface="Bai Jamjuree SemiBold"/>
                          <a:cs typeface="Bai Jamjuree Light" pitchFamily="2" charset="-34"/>
                          <a:sym typeface="Bai Jamjuree SemiBold"/>
                        </a:rPr>
                        <a:t>Lora Dropout</a:t>
                      </a:r>
                      <a:endParaRPr sz="800" dirty="0">
                        <a:solidFill>
                          <a:schemeClr val="accent1"/>
                        </a:solidFill>
                        <a:latin typeface="Bai Jamjuree Light" pitchFamily="2" charset="-34"/>
                        <a:ea typeface="Bai Jamjuree SemiBold"/>
                        <a:cs typeface="Bai Jamjuree Light" pitchFamily="2" charset="-34"/>
                        <a:sym typeface="Bai Jamjuree SemiBold"/>
                      </a:endParaRPr>
                    </a:p>
                  </a:txBody>
                  <a:tcPr marL="63892" marR="63892"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algn="ctr"/>
                      <a:r>
                        <a:rPr lang="en-CY" sz="800" b="0" i="0" u="none" strike="noStrike" cap="none" dirty="0">
                          <a:solidFill>
                            <a:schemeClr val="tx1"/>
                          </a:solidFill>
                          <a:effectLst/>
                          <a:latin typeface="Bai Jamjuree Light" pitchFamily="2" charset="-34"/>
                          <a:ea typeface="Arial"/>
                          <a:cs typeface="Bai Jamjuree Light" pitchFamily="2" charset="-34"/>
                          <a:sym typeface="Arial"/>
                        </a:rPr>
                        <a:t>0.05</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Dropout rate for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LoRA</a:t>
                      </a:r>
                      <a:r>
                        <a:rPr lang="en-GB" sz="800" b="0" i="0" u="none" strike="noStrike" cap="none" dirty="0">
                          <a:solidFill>
                            <a:schemeClr val="tx1"/>
                          </a:solidFill>
                          <a:effectLst/>
                          <a:latin typeface="Bai Jamjuree Light" pitchFamily="2" charset="-34"/>
                          <a:ea typeface="Arial"/>
                          <a:cs typeface="Bai Jamjuree Light" pitchFamily="2" charset="-34"/>
                          <a:sym typeface="Arial"/>
                        </a:rPr>
                        <a:t> layers during training</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5"/>
                  </a:ext>
                </a:extLst>
              </a:tr>
              <a:tr h="326939">
                <a:tc>
                  <a:txBody>
                    <a:bodyPr/>
                    <a:lstStyle/>
                    <a:p>
                      <a:pPr marL="0" lvl="0" indent="0" algn="ctr" rtl="0">
                        <a:spcBef>
                          <a:spcPts val="0"/>
                        </a:spcBef>
                        <a:spcAft>
                          <a:spcPts val="0"/>
                        </a:spcAft>
                        <a:buNone/>
                      </a:pPr>
                      <a:r>
                        <a:rPr lang="en" sz="800">
                          <a:solidFill>
                            <a:schemeClr val="accent1"/>
                          </a:solidFill>
                          <a:latin typeface="Bai Jamjuree Light" pitchFamily="2" charset="-34"/>
                          <a:ea typeface="Bai Jamjuree SemiBold"/>
                          <a:cs typeface="Bai Jamjuree Light" pitchFamily="2" charset="-34"/>
                          <a:sym typeface="Bai Jamjuree SemiBold"/>
                        </a:rPr>
                        <a:t>Post-launch support</a:t>
                      </a:r>
                      <a:endParaRPr sz="800">
                        <a:solidFill>
                          <a:schemeClr val="accent1"/>
                        </a:solidFill>
                        <a:latin typeface="Bai Jamjuree Light" pitchFamily="2" charset="-34"/>
                        <a:ea typeface="Bai Jamjuree SemiBold"/>
                        <a:cs typeface="Bai Jamjuree Light" pitchFamily="2" charset="-34"/>
                        <a:sym typeface="Bai Jamjuree SemiBold"/>
                      </a:endParaRPr>
                    </a:p>
                  </a:txBody>
                  <a:tcPr marL="63892" marR="63892"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FFFF">
                        <a:alpha val="15000"/>
                      </a:srgbClr>
                    </a:solidFill>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"CAUSAL_LM"</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algn="ctr"/>
                      <a:r>
                        <a:rPr lang="en-GB" sz="800" b="0" i="0" u="none" strike="noStrike" cap="none" dirty="0">
                          <a:solidFill>
                            <a:schemeClr val="tx1"/>
                          </a:solidFill>
                          <a:effectLst/>
                          <a:latin typeface="Bai Jamjuree Light" pitchFamily="2" charset="-34"/>
                          <a:ea typeface="Arial"/>
                          <a:cs typeface="Bai Jamjuree Light" pitchFamily="2" charset="-34"/>
                          <a:sym typeface="Arial"/>
                        </a:rPr>
                        <a:t>Specifies the task type, indicating causal language </a:t>
                      </a:r>
                      <a:r>
                        <a:rPr lang="en-GB" sz="800" b="0" i="0" u="none" strike="noStrike" cap="none" dirty="0" err="1">
                          <a:solidFill>
                            <a:schemeClr val="tx1"/>
                          </a:solidFill>
                          <a:effectLst/>
                          <a:latin typeface="Bai Jamjuree Light" pitchFamily="2" charset="-34"/>
                          <a:ea typeface="Arial"/>
                          <a:cs typeface="Bai Jamjuree Light" pitchFamily="2" charset="-34"/>
                          <a:sym typeface="Arial"/>
                        </a:rPr>
                        <a:t>modeling</a:t>
                      </a:r>
                      <a:endParaRPr lang="it-IT" sz="800" dirty="0">
                        <a:solidFill>
                          <a:schemeClr val="tx1"/>
                        </a:solidFill>
                        <a:latin typeface="Bai Jamjuree Light" pitchFamily="2" charset="-34"/>
                        <a:cs typeface="Bai Jamjuree Light" pitchFamily="2" charset="-34"/>
                      </a:endParaRPr>
                    </a:p>
                  </a:txBody>
                  <a:tcPr marL="0" marR="0"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63"/>
        <p:cNvGrpSpPr/>
        <p:nvPr/>
      </p:nvGrpSpPr>
      <p:grpSpPr>
        <a:xfrm>
          <a:off x="0" y="0"/>
          <a:ext cx="0" cy="0"/>
          <a:chOff x="0" y="0"/>
          <a:chExt cx="0" cy="0"/>
        </a:xfrm>
      </p:grpSpPr>
      <p:pic>
        <p:nvPicPr>
          <p:cNvPr id="264" name="Google Shape;264;p33"/>
          <p:cNvPicPr preferRelativeResize="0"/>
          <p:nvPr/>
        </p:nvPicPr>
        <p:blipFill rotWithShape="1">
          <a:blip r:embed="rId3">
            <a:alphaModFix/>
          </a:blip>
          <a:srcRect l="28908" t="43493" r="17025"/>
          <a:stretch/>
        </p:blipFill>
        <p:spPr>
          <a:xfrm rot="-4812664">
            <a:off x="-1424811" y="518428"/>
            <a:ext cx="5853222" cy="3964969"/>
          </a:xfrm>
          <a:prstGeom prst="rect">
            <a:avLst/>
          </a:prstGeom>
          <a:noFill/>
          <a:ln>
            <a:noFill/>
          </a:ln>
        </p:spPr>
      </p:pic>
      <p:sp>
        <p:nvSpPr>
          <p:cNvPr id="265" name="Google Shape;265;p33"/>
          <p:cNvSpPr txBox="1">
            <a:spLocks noGrp="1"/>
          </p:cNvSpPr>
          <p:nvPr>
            <p:ph type="title"/>
          </p:nvPr>
        </p:nvSpPr>
        <p:spPr>
          <a:xfrm>
            <a:off x="4500000" y="2420913"/>
            <a:ext cx="439751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Evaluation &amp; visualization</a:t>
            </a:r>
            <a:endParaRPr dirty="0"/>
          </a:p>
        </p:txBody>
      </p:sp>
      <p:pic>
        <p:nvPicPr>
          <p:cNvPr id="266" name="Google Shape;266;p33"/>
          <p:cNvPicPr preferRelativeResize="0">
            <a:picLocks noGrp="1"/>
          </p:cNvPicPr>
          <p:nvPr>
            <p:ph type="pic" idx="3"/>
          </p:nvPr>
        </p:nvPicPr>
        <p:blipFill rotWithShape="1">
          <a:blip r:embed="rId4"/>
          <a:srcRect l="39166" r="8648"/>
          <a:stretch/>
        </p:blipFill>
        <p:spPr>
          <a:xfrm>
            <a:off x="713220" y="974850"/>
            <a:ext cx="3189900" cy="3193800"/>
          </a:xfrm>
          <a:prstGeom prst="ellipse">
            <a:avLst/>
          </a:prstGeom>
        </p:spPr>
      </p:pic>
      <p:sp>
        <p:nvSpPr>
          <p:cNvPr id="267" name="Google Shape;267;p33"/>
          <p:cNvSpPr txBox="1">
            <a:spLocks noGrp="1"/>
          </p:cNvSpPr>
          <p:nvPr>
            <p:ph type="title" idx="2"/>
          </p:nvPr>
        </p:nvSpPr>
        <p:spPr>
          <a:xfrm>
            <a:off x="4500000" y="1095976"/>
            <a:ext cx="25080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Tree>
    <p:extLst>
      <p:ext uri="{BB962C8B-B14F-4D97-AF65-F5344CB8AC3E}">
        <p14:creationId xmlns:p14="http://schemas.microsoft.com/office/powerpoint/2010/main" val="3933696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Google Shape;359;p38"/>
          <p:cNvPicPr preferRelativeResize="0"/>
          <p:nvPr/>
        </p:nvPicPr>
        <p:blipFill rotWithShape="1">
          <a:blip r:embed="rId3">
            <a:alphaModFix/>
          </a:blip>
          <a:srcRect l="25546" r="27301" b="62511"/>
          <a:stretch/>
        </p:blipFill>
        <p:spPr>
          <a:xfrm rot="-679338">
            <a:off x="4394887" y="3002617"/>
            <a:ext cx="5104853" cy="2630419"/>
          </a:xfrm>
          <a:prstGeom prst="rect">
            <a:avLst/>
          </a:prstGeom>
          <a:noFill/>
          <a:ln>
            <a:noFill/>
          </a:ln>
        </p:spPr>
      </p:pic>
      <p:sp>
        <p:nvSpPr>
          <p:cNvPr id="361" name="Google Shape;361;p38"/>
          <p:cNvSpPr txBox="1">
            <a:spLocks noGrp="1"/>
          </p:cNvSpPr>
          <p:nvPr>
            <p:ph type="subTitle" idx="3"/>
          </p:nvPr>
        </p:nvSpPr>
        <p:spPr>
          <a:xfrm>
            <a:off x="719999" y="1140905"/>
            <a:ext cx="4311998" cy="351945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dirty="0"/>
              <a:t>Consistent structure: Title, Ingredients, and Instructions for comprehensive analysis</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dirty="0"/>
              <a:t>BLEU: measures n-gram precision between generated and reference texts</a:t>
            </a:r>
          </a:p>
          <a:p>
            <a:pPr marL="171450" lvl="0" indent="-171450" algn="l" rtl="0">
              <a:spcBef>
                <a:spcPts val="0"/>
              </a:spcBef>
              <a:spcAft>
                <a:spcPts val="0"/>
              </a:spcAft>
              <a:buFont typeface="Arial" panose="020B0604020202020204" pitchFamily="34" charset="0"/>
              <a:buChar char="•"/>
            </a:pPr>
            <a:r>
              <a:rPr lang="en-GB" dirty="0"/>
              <a:t>ROUGE-1: evaluates unigram recall for text overlap</a:t>
            </a:r>
          </a:p>
          <a:p>
            <a:pPr marL="171450" lvl="0" indent="-171450" algn="l" rtl="0">
              <a:spcBef>
                <a:spcPts val="0"/>
              </a:spcBef>
              <a:spcAft>
                <a:spcPts val="0"/>
              </a:spcAft>
              <a:buFont typeface="Arial" panose="020B0604020202020204" pitchFamily="34" charset="0"/>
              <a:buChar char="•"/>
            </a:pPr>
            <a:r>
              <a:rPr lang="en-GB" dirty="0"/>
              <a:t>METEOR: combines exact and semantic similarity using synonyms and stems</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dirty="0"/>
              <a:t>Visualizations of BLEU, ROUGE-1, and METEOR scores provide clarity on model performance</a:t>
            </a:r>
          </a:p>
          <a:p>
            <a:pPr marL="171450" lvl="0" indent="-171450" algn="l" rtl="0">
              <a:spcBef>
                <a:spcPts val="0"/>
              </a:spcBef>
              <a:spcAft>
                <a:spcPts val="0"/>
              </a:spcAft>
              <a:buFont typeface="Arial" panose="020B0604020202020204" pitchFamily="34" charset="0"/>
              <a:buChar char="•"/>
            </a:pPr>
            <a:endParaRPr lang="en-GB" dirty="0"/>
          </a:p>
          <a:p>
            <a:pPr marL="171450" lvl="0" indent="-171450" algn="l" rtl="0">
              <a:spcBef>
                <a:spcPts val="0"/>
              </a:spcBef>
              <a:spcAft>
                <a:spcPts val="0"/>
              </a:spcAft>
              <a:buFont typeface="Arial" panose="020B0604020202020204" pitchFamily="34" charset="0"/>
              <a:buChar char="•"/>
            </a:pPr>
            <a:r>
              <a:rPr lang="en-GB" dirty="0"/>
              <a:t>Lexical (BLEU, ROUGE-1) and semantic (METEOR) evaluations ensure holistic analysis</a:t>
            </a:r>
          </a:p>
        </p:txBody>
      </p:sp>
      <p:sp>
        <p:nvSpPr>
          <p:cNvPr id="2" name="Google Shape;342;p37">
            <a:extLst>
              <a:ext uri="{FF2B5EF4-FFF2-40B4-BE49-F238E27FC236}">
                <a16:creationId xmlns:a16="http://schemas.microsoft.com/office/drawing/2014/main" id="{C2AB2EBC-F91D-2747-13A3-A447FF2FA0B9}"/>
              </a:ext>
            </a:extLst>
          </p:cNvPr>
          <p:cNvSpPr txBox="1">
            <a:spLocks/>
          </p:cNvSpPr>
          <p:nvPr/>
        </p:nvSpPr>
        <p:spPr>
          <a:xfrm>
            <a:off x="719999" y="445025"/>
            <a:ext cx="6094269" cy="6958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Phudu SemiBold"/>
              <a:buNone/>
              <a:defRPr sz="4800" b="0" i="0" u="none" strike="noStrike" cap="none">
                <a:solidFill>
                  <a:schemeClr val="accent1"/>
                </a:solidFill>
                <a:latin typeface="Phudu SemiBold"/>
                <a:ea typeface="Phudu SemiBold"/>
                <a:cs typeface="Phudu SemiBold"/>
                <a:sym typeface="Phudu SemiBold"/>
              </a:defRPr>
            </a:lvl1pPr>
            <a:lvl2pPr marR="0" lvl="1"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2pPr>
            <a:lvl3pPr marR="0" lvl="2"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3pPr>
            <a:lvl4pPr marR="0" lvl="3"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4pPr>
            <a:lvl5pPr marR="0" lvl="4"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5pPr>
            <a:lvl6pPr marR="0" lvl="5"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6pPr>
            <a:lvl7pPr marR="0" lvl="6"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7pPr>
            <a:lvl8pPr marR="0" lvl="7"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8pPr>
            <a:lvl9pPr marR="0" lvl="8" algn="ctr" rtl="0">
              <a:lnSpc>
                <a:spcPct val="100000"/>
              </a:lnSpc>
              <a:spcBef>
                <a:spcPts val="0"/>
              </a:spcBef>
              <a:spcAft>
                <a:spcPts val="0"/>
              </a:spcAft>
              <a:buClr>
                <a:schemeClr val="dk1"/>
              </a:buClr>
              <a:buSzPts val="6000"/>
              <a:buFont typeface="Phudu SemiBold"/>
              <a:buNone/>
              <a:defRPr sz="6000" b="0" i="0" u="none" strike="noStrike" cap="none">
                <a:solidFill>
                  <a:schemeClr val="dk1"/>
                </a:solidFill>
                <a:latin typeface="Phudu SemiBold"/>
                <a:ea typeface="Phudu SemiBold"/>
                <a:cs typeface="Phudu SemiBold"/>
                <a:sym typeface="Phudu SemiBold"/>
              </a:defRPr>
            </a:lvl9pPr>
          </a:lstStyle>
          <a:p>
            <a:r>
              <a:rPr lang="en-GB" sz="3200" dirty="0">
                <a:solidFill>
                  <a:schemeClr val="tx1"/>
                </a:solidFill>
              </a:rPr>
              <a:t>Evaluation metrics</a:t>
            </a:r>
          </a:p>
        </p:txBody>
      </p:sp>
      <p:pic>
        <p:nvPicPr>
          <p:cNvPr id="12" name="Picture 11" descr="A diagram of a diagram&#10;&#10;Description automatically generated">
            <a:extLst>
              <a:ext uri="{FF2B5EF4-FFF2-40B4-BE49-F238E27FC236}">
                <a16:creationId xmlns:a16="http://schemas.microsoft.com/office/drawing/2014/main" id="{751C0F44-4ACF-5C86-C3EC-EDB4EF7DDC09}"/>
              </a:ext>
            </a:extLst>
          </p:cNvPr>
          <p:cNvPicPr>
            <a:picLocks noChangeAspect="1"/>
          </p:cNvPicPr>
          <p:nvPr/>
        </p:nvPicPr>
        <p:blipFill>
          <a:blip r:embed="rId4"/>
          <a:stretch>
            <a:fillRect/>
          </a:stretch>
        </p:blipFill>
        <p:spPr>
          <a:xfrm>
            <a:off x="5303784" y="1452245"/>
            <a:ext cx="3287057" cy="2239010"/>
          </a:xfrm>
          <a:prstGeom prst="rect">
            <a:avLst/>
          </a:prstGeom>
        </p:spPr>
      </p:pic>
    </p:spTree>
    <p:extLst>
      <p:ext uri="{BB962C8B-B14F-4D97-AF65-F5344CB8AC3E}">
        <p14:creationId xmlns:p14="http://schemas.microsoft.com/office/powerpoint/2010/main" val="1560681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E</a:t>
            </a:r>
            <a:r>
              <a:rPr lang="en" dirty="0"/>
              <a:t>valuation process</a:t>
            </a:r>
            <a:endParaRPr dirty="0"/>
          </a:p>
        </p:txBody>
      </p:sp>
      <p:sp>
        <p:nvSpPr>
          <p:cNvPr id="3" name="TextBox 2">
            <a:extLst>
              <a:ext uri="{FF2B5EF4-FFF2-40B4-BE49-F238E27FC236}">
                <a16:creationId xmlns:a16="http://schemas.microsoft.com/office/drawing/2014/main" id="{A6156624-DE37-1A6A-064C-12888BE406C3}"/>
              </a:ext>
            </a:extLst>
          </p:cNvPr>
          <p:cNvSpPr txBox="1"/>
          <p:nvPr/>
        </p:nvSpPr>
        <p:spPr>
          <a:xfrm>
            <a:off x="644652" y="1159045"/>
            <a:ext cx="3790188" cy="2862322"/>
          </a:xfrm>
          <a:prstGeom prst="rect">
            <a:avLst/>
          </a:prstGeom>
          <a:noFill/>
        </p:spPr>
        <p:txBody>
          <a:bodyPr wrap="square">
            <a:spAutoFit/>
          </a:bodyPr>
          <a:lstStyle/>
          <a:p>
            <a:pPr marL="285750" lvl="0" indent="-285750" algn="l" rtl="0">
              <a:spcBef>
                <a:spcPts val="0"/>
              </a:spcBef>
              <a:spcAft>
                <a:spcPts val="0"/>
              </a:spcAft>
              <a:buClr>
                <a:schemeClr val="tx1"/>
              </a:buClr>
              <a:buFont typeface="Arial" panose="020B0604020202020204" pitchFamily="34" charset="0"/>
              <a:buChar char="•"/>
            </a:pPr>
            <a:r>
              <a:rPr lang="en-GB" sz="1200" dirty="0">
                <a:solidFill>
                  <a:schemeClr val="tx1"/>
                </a:solidFill>
                <a:latin typeface="Bai Jamjuree Light" pitchFamily="2" charset="-34"/>
                <a:cs typeface="Bai Jamjuree Light" pitchFamily="2" charset="-34"/>
              </a:rPr>
              <a:t>Model generates titles and instructions from ingredient lists</a:t>
            </a:r>
          </a:p>
          <a:p>
            <a:pPr marL="285750" lvl="0" indent="-285750" algn="l" rtl="0">
              <a:spcBef>
                <a:spcPts val="0"/>
              </a:spcBef>
              <a:spcAft>
                <a:spcPts val="0"/>
              </a:spcAft>
              <a:buClr>
                <a:schemeClr val="tx1"/>
              </a:buClr>
              <a:buFont typeface="Arial" panose="020B0604020202020204" pitchFamily="34" charset="0"/>
              <a:buChar char="•"/>
            </a:pPr>
            <a:endParaRPr lang="en-GB" sz="1200" dirty="0">
              <a:solidFill>
                <a:schemeClr val="tx1"/>
              </a:solidFill>
              <a:latin typeface="Bai Jamjuree Light" pitchFamily="2" charset="-34"/>
              <a:cs typeface="Bai Jamjuree Light" pitchFamily="2" charset="-34"/>
            </a:endParaRPr>
          </a:p>
          <a:p>
            <a:pPr marL="285750" lvl="0" indent="-285750" algn="l" rtl="0">
              <a:spcBef>
                <a:spcPts val="0"/>
              </a:spcBef>
              <a:spcAft>
                <a:spcPts val="0"/>
              </a:spcAft>
              <a:buClr>
                <a:schemeClr val="tx1"/>
              </a:buClr>
              <a:buFont typeface="Arial" panose="020B0604020202020204" pitchFamily="34" charset="0"/>
              <a:buChar char="•"/>
            </a:pPr>
            <a:r>
              <a:rPr lang="en-GB" sz="1200" dirty="0">
                <a:solidFill>
                  <a:schemeClr val="tx1"/>
                </a:solidFill>
                <a:latin typeface="Bai Jamjuree Light" pitchFamily="2" charset="-34"/>
                <a:cs typeface="Bai Jamjuree Light" pitchFamily="2" charset="-34"/>
              </a:rPr>
              <a:t>Tokenized data is processed as </a:t>
            </a:r>
            <a:r>
              <a:rPr lang="en-GB" sz="1200" dirty="0" err="1">
                <a:solidFill>
                  <a:schemeClr val="tx1"/>
                </a:solidFill>
                <a:latin typeface="Bai Jamjuree Light" pitchFamily="2" charset="-34"/>
                <a:cs typeface="Bai Jamjuree Light" pitchFamily="2" charset="-34"/>
              </a:rPr>
              <a:t>PyTorch</a:t>
            </a:r>
            <a:r>
              <a:rPr lang="en-GB" sz="1200" dirty="0">
                <a:solidFill>
                  <a:schemeClr val="tx1"/>
                </a:solidFill>
                <a:latin typeface="Bai Jamjuree Light" pitchFamily="2" charset="-34"/>
                <a:cs typeface="Bai Jamjuree Light" pitchFamily="2" charset="-34"/>
              </a:rPr>
              <a:t> tensors for efficient GPU inference</a:t>
            </a:r>
          </a:p>
          <a:p>
            <a:pPr marL="285750" lvl="0" indent="-285750" algn="l" rtl="0">
              <a:spcBef>
                <a:spcPts val="0"/>
              </a:spcBef>
              <a:spcAft>
                <a:spcPts val="0"/>
              </a:spcAft>
              <a:buClr>
                <a:schemeClr val="tx1"/>
              </a:buClr>
              <a:buFont typeface="Arial" panose="020B0604020202020204" pitchFamily="34" charset="0"/>
              <a:buChar char="•"/>
            </a:pPr>
            <a:endParaRPr lang="en-GB" sz="1200" dirty="0">
              <a:solidFill>
                <a:schemeClr val="tx1"/>
              </a:solidFill>
              <a:latin typeface="Bai Jamjuree Light" pitchFamily="2" charset="-34"/>
              <a:cs typeface="Bai Jamjuree Light" pitchFamily="2" charset="-34"/>
            </a:endParaRPr>
          </a:p>
          <a:p>
            <a:pPr marL="285750" lvl="0" indent="-285750" algn="l" rtl="0">
              <a:spcBef>
                <a:spcPts val="0"/>
              </a:spcBef>
              <a:spcAft>
                <a:spcPts val="0"/>
              </a:spcAft>
              <a:buClr>
                <a:schemeClr val="tx1"/>
              </a:buClr>
              <a:buFont typeface="Arial" panose="020B0604020202020204" pitchFamily="34" charset="0"/>
              <a:buChar char="•"/>
            </a:pPr>
            <a:r>
              <a:rPr lang="en-GB" sz="1200" dirty="0">
                <a:solidFill>
                  <a:schemeClr val="tx1"/>
                </a:solidFill>
                <a:latin typeface="Bai Jamjuree Light" pitchFamily="2" charset="-34"/>
                <a:cs typeface="Bai Jamjuree Light" pitchFamily="2" charset="-34"/>
              </a:rPr>
              <a:t>Parameters: `</a:t>
            </a:r>
            <a:r>
              <a:rPr lang="en-GB" sz="1200" dirty="0" err="1">
                <a:solidFill>
                  <a:schemeClr val="tx1"/>
                </a:solidFill>
                <a:latin typeface="Bai Jamjuree Light" pitchFamily="2" charset="-34"/>
                <a:cs typeface="Bai Jamjuree Light" pitchFamily="2" charset="-34"/>
              </a:rPr>
              <a:t>max_new_tokens</a:t>
            </a:r>
            <a:r>
              <a:rPr lang="en-GB" sz="1200" dirty="0">
                <a:solidFill>
                  <a:schemeClr val="tx1"/>
                </a:solidFill>
                <a:latin typeface="Bai Jamjuree Light" pitchFamily="2" charset="-34"/>
                <a:cs typeface="Bai Jamjuree Light" pitchFamily="2" charset="-34"/>
              </a:rPr>
              <a:t>=100` (limit output length) and `</a:t>
            </a:r>
            <a:r>
              <a:rPr lang="en-GB" sz="1200" dirty="0" err="1">
                <a:solidFill>
                  <a:schemeClr val="tx1"/>
                </a:solidFill>
                <a:latin typeface="Bai Jamjuree Light" pitchFamily="2" charset="-34"/>
                <a:cs typeface="Bai Jamjuree Light" pitchFamily="2" charset="-34"/>
              </a:rPr>
              <a:t>repetition_penalty</a:t>
            </a:r>
            <a:r>
              <a:rPr lang="en-GB" sz="1200" dirty="0">
                <a:solidFill>
                  <a:schemeClr val="tx1"/>
                </a:solidFill>
                <a:latin typeface="Bai Jamjuree Light" pitchFamily="2" charset="-34"/>
                <a:cs typeface="Bai Jamjuree Light" pitchFamily="2" charset="-34"/>
              </a:rPr>
              <a:t>` (avoid repetition)</a:t>
            </a:r>
          </a:p>
          <a:p>
            <a:pPr marL="171450" lvl="0" indent="-171450" algn="l" rtl="0">
              <a:spcBef>
                <a:spcPts val="0"/>
              </a:spcBef>
              <a:spcAft>
                <a:spcPts val="0"/>
              </a:spcAft>
              <a:buClr>
                <a:schemeClr val="tx1"/>
              </a:buClr>
              <a:buFontTx/>
              <a:buChar char="-"/>
            </a:pPr>
            <a:endParaRPr lang="en-GB" sz="1200" dirty="0">
              <a:solidFill>
                <a:schemeClr val="tx1"/>
              </a:solidFill>
              <a:latin typeface="Bai Jamjuree Light" pitchFamily="2" charset="-34"/>
              <a:cs typeface="Bai Jamjuree Light" pitchFamily="2" charset="-34"/>
            </a:endParaRPr>
          </a:p>
          <a:p>
            <a:pPr marL="285750" lvl="0" indent="-285750" algn="l" rtl="0">
              <a:spcBef>
                <a:spcPts val="0"/>
              </a:spcBef>
              <a:spcAft>
                <a:spcPts val="0"/>
              </a:spcAft>
              <a:buClr>
                <a:schemeClr val="tx1"/>
              </a:buClr>
              <a:buFont typeface="Arial" panose="020B0604020202020204" pitchFamily="34" charset="0"/>
              <a:buChar char="•"/>
            </a:pPr>
            <a:r>
              <a:rPr lang="en-GB" sz="1200" dirty="0">
                <a:solidFill>
                  <a:schemeClr val="tx1"/>
                </a:solidFill>
                <a:latin typeface="Bai Jamjuree Light" pitchFamily="2" charset="-34"/>
                <a:cs typeface="Bai Jamjuree Light" pitchFamily="2" charset="-34"/>
              </a:rPr>
              <a:t>Quality assessed via creativity, coherence, and relevance to ingredients</a:t>
            </a:r>
          </a:p>
          <a:p>
            <a:pPr marL="285750" lvl="0" indent="-285750" algn="l" rtl="0">
              <a:spcBef>
                <a:spcPts val="0"/>
              </a:spcBef>
              <a:spcAft>
                <a:spcPts val="0"/>
              </a:spcAft>
              <a:buClr>
                <a:schemeClr val="tx1"/>
              </a:buClr>
              <a:buFont typeface="Arial" panose="020B0604020202020204" pitchFamily="34" charset="0"/>
              <a:buChar char="•"/>
            </a:pPr>
            <a:endParaRPr lang="en-GB" sz="1200" dirty="0">
              <a:solidFill>
                <a:schemeClr val="tx1"/>
              </a:solidFill>
              <a:latin typeface="Bai Jamjuree Light" pitchFamily="2" charset="-34"/>
              <a:cs typeface="Bai Jamjuree Light" pitchFamily="2" charset="-34"/>
            </a:endParaRPr>
          </a:p>
          <a:p>
            <a:pPr marL="285750" lvl="0" indent="-285750" algn="l" rtl="0">
              <a:spcBef>
                <a:spcPts val="0"/>
              </a:spcBef>
              <a:spcAft>
                <a:spcPts val="0"/>
              </a:spcAft>
              <a:buClr>
                <a:schemeClr val="tx1"/>
              </a:buClr>
              <a:buFont typeface="Arial" panose="020B0604020202020204" pitchFamily="34" charset="0"/>
              <a:buChar char="•"/>
            </a:pPr>
            <a:r>
              <a:rPr lang="en-GB" sz="1200" dirty="0">
                <a:solidFill>
                  <a:schemeClr val="tx1"/>
                </a:solidFill>
                <a:latin typeface="Bai Jamjuree Light" pitchFamily="2" charset="-34"/>
                <a:cs typeface="Bai Jamjuree Light" pitchFamily="2" charset="-34"/>
              </a:rPr>
              <a:t>Metrics visualized through Matplotlib bar charts for direct comparison and iterative refinement</a:t>
            </a:r>
          </a:p>
        </p:txBody>
      </p:sp>
      <p:pic>
        <p:nvPicPr>
          <p:cNvPr id="7" name="Picture 6" descr="A graph of different colors&#10;&#10;Description automatically generated with medium confidence">
            <a:extLst>
              <a:ext uri="{FF2B5EF4-FFF2-40B4-BE49-F238E27FC236}">
                <a16:creationId xmlns:a16="http://schemas.microsoft.com/office/drawing/2014/main" id="{E6E0A198-21A1-49A1-73A1-4F5D0667F41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155946" y="1694856"/>
            <a:ext cx="3155950" cy="1790700"/>
          </a:xfrm>
          <a:prstGeom prst="rect">
            <a:avLst/>
          </a:prstGeom>
        </p:spPr>
      </p:pic>
      <p:sp>
        <p:nvSpPr>
          <p:cNvPr id="10" name="TextBox 9">
            <a:extLst>
              <a:ext uri="{FF2B5EF4-FFF2-40B4-BE49-F238E27FC236}">
                <a16:creationId xmlns:a16="http://schemas.microsoft.com/office/drawing/2014/main" id="{D73B4B16-F5FD-20EA-7F8C-5EEB71D35927}"/>
              </a:ext>
            </a:extLst>
          </p:cNvPr>
          <p:cNvSpPr txBox="1"/>
          <p:nvPr/>
        </p:nvSpPr>
        <p:spPr>
          <a:xfrm>
            <a:off x="5274818" y="3734017"/>
            <a:ext cx="2918206" cy="261610"/>
          </a:xfrm>
          <a:prstGeom prst="rect">
            <a:avLst/>
          </a:prstGeom>
          <a:noFill/>
        </p:spPr>
        <p:txBody>
          <a:bodyPr wrap="square">
            <a:spAutoFit/>
          </a:bodyPr>
          <a:lstStyle/>
          <a:p>
            <a:pPr lvl="0" algn="l" rtl="0">
              <a:spcBef>
                <a:spcPts val="0"/>
              </a:spcBef>
              <a:spcAft>
                <a:spcPts val="0"/>
              </a:spcAft>
              <a:buClr>
                <a:schemeClr val="tx1"/>
              </a:buClr>
            </a:pPr>
            <a:r>
              <a:rPr lang="en-GB" sz="1100" dirty="0">
                <a:solidFill>
                  <a:schemeClr val="tx1"/>
                </a:solidFill>
                <a:latin typeface="Bai Jamjuree Light" pitchFamily="2" charset="-34"/>
                <a:cs typeface="Bai Jamjuree Light" pitchFamily="2" charset="-34"/>
              </a:rPr>
              <a:t>Evaluation metrics Recipes Model version 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E</a:t>
            </a:r>
            <a:r>
              <a:rPr lang="en" dirty="0"/>
              <a:t>valuation process</a:t>
            </a:r>
            <a:endParaRPr dirty="0"/>
          </a:p>
        </p:txBody>
      </p:sp>
      <p:sp>
        <p:nvSpPr>
          <p:cNvPr id="10" name="TextBox 9">
            <a:extLst>
              <a:ext uri="{FF2B5EF4-FFF2-40B4-BE49-F238E27FC236}">
                <a16:creationId xmlns:a16="http://schemas.microsoft.com/office/drawing/2014/main" id="{D73B4B16-F5FD-20EA-7F8C-5EEB71D35927}"/>
              </a:ext>
            </a:extLst>
          </p:cNvPr>
          <p:cNvSpPr txBox="1"/>
          <p:nvPr/>
        </p:nvSpPr>
        <p:spPr>
          <a:xfrm>
            <a:off x="1272867" y="2678541"/>
            <a:ext cx="2918206" cy="261610"/>
          </a:xfrm>
          <a:prstGeom prst="rect">
            <a:avLst/>
          </a:prstGeom>
          <a:noFill/>
        </p:spPr>
        <p:txBody>
          <a:bodyPr wrap="square">
            <a:spAutoFit/>
          </a:bodyPr>
          <a:lstStyle/>
          <a:p>
            <a:pPr lvl="0" algn="l" rtl="0">
              <a:spcBef>
                <a:spcPts val="0"/>
              </a:spcBef>
              <a:spcAft>
                <a:spcPts val="0"/>
              </a:spcAft>
              <a:buClr>
                <a:schemeClr val="tx1"/>
              </a:buClr>
            </a:pPr>
            <a:r>
              <a:rPr lang="en-GB" sz="1100" dirty="0">
                <a:solidFill>
                  <a:schemeClr val="tx1"/>
                </a:solidFill>
                <a:latin typeface="Bai Jamjuree Light" pitchFamily="2" charset="-34"/>
                <a:cs typeface="Bai Jamjuree Light" pitchFamily="2" charset="-34"/>
              </a:rPr>
              <a:t>Evaluation metrics Recipes Model version 2</a:t>
            </a:r>
          </a:p>
        </p:txBody>
      </p:sp>
      <p:pic>
        <p:nvPicPr>
          <p:cNvPr id="4" name="Picture 3" descr="A graph of different colors&#10;&#10;Description automatically generated with medium confidence">
            <a:extLst>
              <a:ext uri="{FF2B5EF4-FFF2-40B4-BE49-F238E27FC236}">
                <a16:creationId xmlns:a16="http://schemas.microsoft.com/office/drawing/2014/main" id="{FC12FB98-DCA2-B5BC-2002-FBE0200A51C2}"/>
              </a:ext>
            </a:extLst>
          </p:cNvPr>
          <p:cNvPicPr>
            <a:picLocks noChangeAspect="1"/>
          </p:cNvPicPr>
          <p:nvPr/>
        </p:nvPicPr>
        <p:blipFill>
          <a:blip r:embed="rId3"/>
          <a:stretch>
            <a:fillRect/>
          </a:stretch>
        </p:blipFill>
        <p:spPr>
          <a:xfrm>
            <a:off x="1468247" y="1137666"/>
            <a:ext cx="2527446" cy="1434084"/>
          </a:xfrm>
          <a:prstGeom prst="rect">
            <a:avLst/>
          </a:prstGeom>
        </p:spPr>
      </p:pic>
      <p:pic>
        <p:nvPicPr>
          <p:cNvPr id="6" name="Picture 5" descr="A graph of a performance evaluation&#10;&#10;Description automatically generated with medium confidence">
            <a:extLst>
              <a:ext uri="{FF2B5EF4-FFF2-40B4-BE49-F238E27FC236}">
                <a16:creationId xmlns:a16="http://schemas.microsoft.com/office/drawing/2014/main" id="{53D1D28D-DFAB-844A-5849-75C790CF5FD6}"/>
              </a:ext>
            </a:extLst>
          </p:cNvPr>
          <p:cNvPicPr>
            <a:picLocks noChangeAspect="1"/>
          </p:cNvPicPr>
          <p:nvPr/>
        </p:nvPicPr>
        <p:blipFill>
          <a:blip r:embed="rId4"/>
          <a:stretch>
            <a:fillRect/>
          </a:stretch>
        </p:blipFill>
        <p:spPr>
          <a:xfrm>
            <a:off x="5148307" y="1137666"/>
            <a:ext cx="2527446" cy="1434084"/>
          </a:xfrm>
          <a:prstGeom prst="rect">
            <a:avLst/>
          </a:prstGeom>
        </p:spPr>
      </p:pic>
      <p:sp>
        <p:nvSpPr>
          <p:cNvPr id="8" name="TextBox 7">
            <a:extLst>
              <a:ext uri="{FF2B5EF4-FFF2-40B4-BE49-F238E27FC236}">
                <a16:creationId xmlns:a16="http://schemas.microsoft.com/office/drawing/2014/main" id="{D68E039E-F191-ABDF-7E6E-0D752FC87D26}"/>
              </a:ext>
            </a:extLst>
          </p:cNvPr>
          <p:cNvSpPr txBox="1"/>
          <p:nvPr/>
        </p:nvSpPr>
        <p:spPr>
          <a:xfrm>
            <a:off x="4910854" y="2678541"/>
            <a:ext cx="3002351" cy="261610"/>
          </a:xfrm>
          <a:prstGeom prst="rect">
            <a:avLst/>
          </a:prstGeom>
          <a:noFill/>
        </p:spPr>
        <p:txBody>
          <a:bodyPr wrap="square">
            <a:spAutoFit/>
          </a:bodyPr>
          <a:lstStyle/>
          <a:p>
            <a:pPr lvl="0" algn="l" rtl="0">
              <a:spcBef>
                <a:spcPts val="0"/>
              </a:spcBef>
              <a:spcAft>
                <a:spcPts val="0"/>
              </a:spcAft>
              <a:buClr>
                <a:schemeClr val="tx1"/>
              </a:buClr>
            </a:pPr>
            <a:r>
              <a:rPr lang="en-GB" sz="1100" dirty="0">
                <a:solidFill>
                  <a:schemeClr val="tx1"/>
                </a:solidFill>
                <a:latin typeface="Bai Jamjuree Light" pitchFamily="2" charset="-34"/>
                <a:cs typeface="Bai Jamjuree Light" pitchFamily="2" charset="-34"/>
              </a:rPr>
              <a:t>Evaluation metrics Recipes Model version 3</a:t>
            </a:r>
          </a:p>
        </p:txBody>
      </p:sp>
      <p:pic>
        <p:nvPicPr>
          <p:cNvPr id="3" name="Picture 2" descr="A screenshot of a recipe&#10;&#10;Description automatically generated">
            <a:extLst>
              <a:ext uri="{FF2B5EF4-FFF2-40B4-BE49-F238E27FC236}">
                <a16:creationId xmlns:a16="http://schemas.microsoft.com/office/drawing/2014/main" id="{DE2070B4-E232-74C9-F6BF-0D35B3064BF5}"/>
              </a:ext>
            </a:extLst>
          </p:cNvPr>
          <p:cNvPicPr>
            <a:picLocks noChangeAspect="1"/>
          </p:cNvPicPr>
          <p:nvPr/>
        </p:nvPicPr>
        <p:blipFill>
          <a:blip r:embed="rId5"/>
          <a:stretch>
            <a:fillRect/>
          </a:stretch>
        </p:blipFill>
        <p:spPr>
          <a:xfrm>
            <a:off x="2111480" y="3279141"/>
            <a:ext cx="4921039" cy="1161386"/>
          </a:xfrm>
          <a:prstGeom prst="rect">
            <a:avLst/>
          </a:prstGeom>
        </p:spPr>
      </p:pic>
    </p:spTree>
    <p:extLst>
      <p:ext uri="{BB962C8B-B14F-4D97-AF65-F5344CB8AC3E}">
        <p14:creationId xmlns:p14="http://schemas.microsoft.com/office/powerpoint/2010/main" val="1689279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E</a:t>
            </a:r>
            <a:r>
              <a:rPr lang="en" dirty="0"/>
              <a:t>valuation process</a:t>
            </a:r>
            <a:endParaRPr dirty="0"/>
          </a:p>
        </p:txBody>
      </p:sp>
      <p:pic>
        <p:nvPicPr>
          <p:cNvPr id="11" name="Picture 10" descr="A graph of different colors&#10;&#10;Description automatically generated with medium confidence">
            <a:extLst>
              <a:ext uri="{FF2B5EF4-FFF2-40B4-BE49-F238E27FC236}">
                <a16:creationId xmlns:a16="http://schemas.microsoft.com/office/drawing/2014/main" id="{A242E663-3C17-7657-47CF-0CE4A8339110}"/>
              </a:ext>
            </a:extLst>
          </p:cNvPr>
          <p:cNvPicPr>
            <a:picLocks noChangeAspect="1"/>
          </p:cNvPicPr>
          <p:nvPr/>
        </p:nvPicPr>
        <p:blipFill>
          <a:blip r:embed="rId3"/>
          <a:stretch>
            <a:fillRect/>
          </a:stretch>
        </p:blipFill>
        <p:spPr>
          <a:xfrm>
            <a:off x="1468247" y="3029416"/>
            <a:ext cx="2527446" cy="1434085"/>
          </a:xfrm>
          <a:prstGeom prst="rect">
            <a:avLst/>
          </a:prstGeom>
        </p:spPr>
      </p:pic>
      <p:pic>
        <p:nvPicPr>
          <p:cNvPr id="13" name="Picture 12" descr="A graph of different colors&#10;&#10;Description automatically generated with medium confidence">
            <a:extLst>
              <a:ext uri="{FF2B5EF4-FFF2-40B4-BE49-F238E27FC236}">
                <a16:creationId xmlns:a16="http://schemas.microsoft.com/office/drawing/2014/main" id="{FEEF855C-7187-58FA-98C9-C63AF555E7C9}"/>
              </a:ext>
            </a:extLst>
          </p:cNvPr>
          <p:cNvPicPr>
            <a:picLocks noChangeAspect="1"/>
          </p:cNvPicPr>
          <p:nvPr/>
        </p:nvPicPr>
        <p:blipFill>
          <a:blip r:embed="rId4"/>
          <a:stretch>
            <a:fillRect/>
          </a:stretch>
        </p:blipFill>
        <p:spPr>
          <a:xfrm>
            <a:off x="5148305" y="3029416"/>
            <a:ext cx="2527448" cy="1434085"/>
          </a:xfrm>
          <a:prstGeom prst="rect">
            <a:avLst/>
          </a:prstGeom>
        </p:spPr>
      </p:pic>
      <p:sp>
        <p:nvSpPr>
          <p:cNvPr id="14" name="TextBox 13">
            <a:extLst>
              <a:ext uri="{FF2B5EF4-FFF2-40B4-BE49-F238E27FC236}">
                <a16:creationId xmlns:a16="http://schemas.microsoft.com/office/drawing/2014/main" id="{75542820-ADEE-0AFD-C45E-417CE1E68AB9}"/>
              </a:ext>
            </a:extLst>
          </p:cNvPr>
          <p:cNvSpPr txBox="1"/>
          <p:nvPr/>
        </p:nvSpPr>
        <p:spPr>
          <a:xfrm>
            <a:off x="1233424" y="4600967"/>
            <a:ext cx="2997091" cy="261610"/>
          </a:xfrm>
          <a:prstGeom prst="rect">
            <a:avLst/>
          </a:prstGeom>
          <a:noFill/>
        </p:spPr>
        <p:txBody>
          <a:bodyPr wrap="square">
            <a:spAutoFit/>
          </a:bodyPr>
          <a:lstStyle/>
          <a:p>
            <a:pPr lvl="0" algn="l" rtl="0">
              <a:spcBef>
                <a:spcPts val="0"/>
              </a:spcBef>
              <a:spcAft>
                <a:spcPts val="0"/>
              </a:spcAft>
              <a:buClr>
                <a:schemeClr val="tx1"/>
              </a:buClr>
            </a:pPr>
            <a:r>
              <a:rPr lang="en-GB" sz="1100" dirty="0">
                <a:solidFill>
                  <a:schemeClr val="tx1"/>
                </a:solidFill>
                <a:latin typeface="Bai Jamjuree Light" pitchFamily="2" charset="-34"/>
                <a:cs typeface="Bai Jamjuree Light" pitchFamily="2" charset="-34"/>
              </a:rPr>
              <a:t>Evaluation metrics Recipes Model version 4</a:t>
            </a:r>
          </a:p>
        </p:txBody>
      </p:sp>
      <p:sp>
        <p:nvSpPr>
          <p:cNvPr id="15" name="TextBox 14">
            <a:extLst>
              <a:ext uri="{FF2B5EF4-FFF2-40B4-BE49-F238E27FC236}">
                <a16:creationId xmlns:a16="http://schemas.microsoft.com/office/drawing/2014/main" id="{3F4A6593-7CBE-D9AD-4640-2EE958A55A52}"/>
              </a:ext>
            </a:extLst>
          </p:cNvPr>
          <p:cNvSpPr txBox="1"/>
          <p:nvPr/>
        </p:nvSpPr>
        <p:spPr>
          <a:xfrm>
            <a:off x="4910854" y="4602502"/>
            <a:ext cx="2997091" cy="261610"/>
          </a:xfrm>
          <a:prstGeom prst="rect">
            <a:avLst/>
          </a:prstGeom>
          <a:noFill/>
        </p:spPr>
        <p:txBody>
          <a:bodyPr wrap="square">
            <a:spAutoFit/>
          </a:bodyPr>
          <a:lstStyle/>
          <a:p>
            <a:pPr lvl="0" algn="l" rtl="0">
              <a:spcBef>
                <a:spcPts val="0"/>
              </a:spcBef>
              <a:spcAft>
                <a:spcPts val="0"/>
              </a:spcAft>
              <a:buClr>
                <a:schemeClr val="tx1"/>
              </a:buClr>
            </a:pPr>
            <a:r>
              <a:rPr lang="en-GB" sz="1100" dirty="0">
                <a:solidFill>
                  <a:schemeClr val="tx1"/>
                </a:solidFill>
                <a:latin typeface="Bai Jamjuree Light" pitchFamily="2" charset="-34"/>
                <a:cs typeface="Bai Jamjuree Light" pitchFamily="2" charset="-34"/>
              </a:rPr>
              <a:t>Evaluation metrics Recipes Model version 5</a:t>
            </a:r>
          </a:p>
        </p:txBody>
      </p:sp>
      <p:pic>
        <p:nvPicPr>
          <p:cNvPr id="3" name="Picture 2" descr="A close-up of a text&#10;&#10;Description automatically generated">
            <a:extLst>
              <a:ext uri="{FF2B5EF4-FFF2-40B4-BE49-F238E27FC236}">
                <a16:creationId xmlns:a16="http://schemas.microsoft.com/office/drawing/2014/main" id="{DC9ECBDA-1AE9-8C91-B8EC-DE526EAD3F8F}"/>
              </a:ext>
            </a:extLst>
          </p:cNvPr>
          <p:cNvPicPr>
            <a:picLocks noChangeAspect="1"/>
          </p:cNvPicPr>
          <p:nvPr/>
        </p:nvPicPr>
        <p:blipFill>
          <a:blip r:embed="rId5"/>
          <a:stretch>
            <a:fillRect/>
          </a:stretch>
        </p:blipFill>
        <p:spPr>
          <a:xfrm>
            <a:off x="2175565" y="1564379"/>
            <a:ext cx="4792869" cy="886786"/>
          </a:xfrm>
          <a:prstGeom prst="rect">
            <a:avLst/>
          </a:prstGeom>
        </p:spPr>
      </p:pic>
    </p:spTree>
    <p:extLst>
      <p:ext uri="{BB962C8B-B14F-4D97-AF65-F5344CB8AC3E}">
        <p14:creationId xmlns:p14="http://schemas.microsoft.com/office/powerpoint/2010/main" val="3606771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63"/>
        <p:cNvGrpSpPr/>
        <p:nvPr/>
      </p:nvGrpSpPr>
      <p:grpSpPr>
        <a:xfrm>
          <a:off x="0" y="0"/>
          <a:ext cx="0" cy="0"/>
          <a:chOff x="0" y="0"/>
          <a:chExt cx="0" cy="0"/>
        </a:xfrm>
      </p:grpSpPr>
      <p:pic>
        <p:nvPicPr>
          <p:cNvPr id="264" name="Google Shape;264;p33"/>
          <p:cNvPicPr preferRelativeResize="0"/>
          <p:nvPr/>
        </p:nvPicPr>
        <p:blipFill rotWithShape="1">
          <a:blip r:embed="rId3">
            <a:alphaModFix/>
          </a:blip>
          <a:srcRect l="28908" t="43493" r="17025"/>
          <a:stretch/>
        </p:blipFill>
        <p:spPr>
          <a:xfrm rot="-4812664">
            <a:off x="-1424811" y="518428"/>
            <a:ext cx="5853222" cy="3964969"/>
          </a:xfrm>
          <a:prstGeom prst="rect">
            <a:avLst/>
          </a:prstGeom>
          <a:noFill/>
          <a:ln>
            <a:noFill/>
          </a:ln>
        </p:spPr>
      </p:pic>
      <p:sp>
        <p:nvSpPr>
          <p:cNvPr id="265" name="Google Shape;265;p33"/>
          <p:cNvSpPr txBox="1">
            <a:spLocks noGrp="1"/>
          </p:cNvSpPr>
          <p:nvPr>
            <p:ph type="title"/>
          </p:nvPr>
        </p:nvSpPr>
        <p:spPr>
          <a:xfrm>
            <a:off x="4500000" y="2420913"/>
            <a:ext cx="439751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Future work</a:t>
            </a:r>
            <a:endParaRPr dirty="0"/>
          </a:p>
        </p:txBody>
      </p:sp>
      <p:pic>
        <p:nvPicPr>
          <p:cNvPr id="266" name="Google Shape;266;p33"/>
          <p:cNvPicPr preferRelativeResize="0">
            <a:picLocks noGrp="1"/>
          </p:cNvPicPr>
          <p:nvPr>
            <p:ph type="pic" idx="3"/>
          </p:nvPr>
        </p:nvPicPr>
        <p:blipFill rotWithShape="1">
          <a:blip r:embed="rId4"/>
          <a:srcRect l="41959" r="5343"/>
          <a:stretch/>
        </p:blipFill>
        <p:spPr>
          <a:xfrm>
            <a:off x="713220" y="974850"/>
            <a:ext cx="3189900" cy="3193800"/>
          </a:xfrm>
          <a:prstGeom prst="ellipse">
            <a:avLst/>
          </a:prstGeom>
        </p:spPr>
      </p:pic>
      <p:sp>
        <p:nvSpPr>
          <p:cNvPr id="267" name="Google Shape;267;p33"/>
          <p:cNvSpPr txBox="1">
            <a:spLocks noGrp="1"/>
          </p:cNvSpPr>
          <p:nvPr>
            <p:ph type="title" idx="2"/>
          </p:nvPr>
        </p:nvSpPr>
        <p:spPr>
          <a:xfrm>
            <a:off x="4500000" y="1095976"/>
            <a:ext cx="25080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Tree>
    <p:extLst>
      <p:ext uri="{BB962C8B-B14F-4D97-AF65-F5344CB8AC3E}">
        <p14:creationId xmlns:p14="http://schemas.microsoft.com/office/powerpoint/2010/main" val="4162004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2"/>
          <p:cNvSpPr txBox="1">
            <a:spLocks noGrp="1"/>
          </p:cNvSpPr>
          <p:nvPr>
            <p:ph type="title"/>
          </p:nvPr>
        </p:nvSpPr>
        <p:spPr>
          <a:xfrm>
            <a:off x="3105900" y="1327533"/>
            <a:ext cx="5309700" cy="63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enhancements</a:t>
            </a:r>
            <a:endParaRPr dirty="0"/>
          </a:p>
        </p:txBody>
      </p:sp>
      <p:sp>
        <p:nvSpPr>
          <p:cNvPr id="393" name="Google Shape;393;p42"/>
          <p:cNvSpPr txBox="1">
            <a:spLocks noGrp="1"/>
          </p:cNvSpPr>
          <p:nvPr>
            <p:ph type="subTitle" idx="1"/>
          </p:nvPr>
        </p:nvSpPr>
        <p:spPr>
          <a:xfrm>
            <a:off x="3105900" y="2097566"/>
            <a:ext cx="5309700" cy="2547586"/>
          </a:xfrm>
          <a:prstGeom prst="rect">
            <a:avLst/>
          </a:prstGeom>
        </p:spPr>
        <p:txBody>
          <a:bodyPr spcFirstLastPara="1" wrap="square" lIns="91425" tIns="91425" rIns="91425" bIns="91425" anchor="t" anchorCtr="0">
            <a:noAutofit/>
          </a:bodyPr>
          <a:lstStyle/>
          <a:p>
            <a:pPr marL="323851" indent="-171450">
              <a:spcBef>
                <a:spcPts val="1000"/>
              </a:spcBef>
            </a:pPr>
            <a:r>
              <a:rPr lang="en-GB" b="1" dirty="0"/>
              <a:t>Complete Recipe Suggestions</a:t>
            </a:r>
            <a:r>
              <a:rPr lang="en-GB" dirty="0"/>
              <a:t>: recommend recipes based on partial or available ingredients</a:t>
            </a:r>
          </a:p>
          <a:p>
            <a:pPr marL="323851" indent="-171450">
              <a:spcBef>
                <a:spcPts val="1000"/>
              </a:spcBef>
            </a:pPr>
            <a:r>
              <a:rPr lang="en-GB" dirty="0"/>
              <a:t>Meal Planning: suggest future recipes using ingredients from current meals to minimize waste</a:t>
            </a:r>
          </a:p>
          <a:p>
            <a:pPr marL="323851" indent="-171450">
              <a:spcBef>
                <a:spcPts val="1000"/>
              </a:spcBef>
            </a:pPr>
            <a:r>
              <a:rPr lang="en-GB" dirty="0"/>
              <a:t>Track and optimize macronutrient intake for personalized nutrition</a:t>
            </a:r>
          </a:p>
          <a:p>
            <a:pPr marL="323851" indent="-171450">
              <a:spcBef>
                <a:spcPts val="1000"/>
              </a:spcBef>
            </a:pPr>
            <a:r>
              <a:rPr lang="en-GB" dirty="0"/>
              <a:t>Exclude allergens based on user data for safe, personalized suggestions</a:t>
            </a:r>
          </a:p>
          <a:p>
            <a:pPr marL="323851" indent="-171450">
              <a:spcBef>
                <a:spcPts val="1000"/>
              </a:spcBef>
            </a:pPr>
            <a:r>
              <a:rPr lang="en-GB" b="1" dirty="0"/>
              <a:t>Equipment-Based Adjustments</a:t>
            </a:r>
            <a:r>
              <a:rPr lang="en-GB" dirty="0"/>
              <a:t>: tailor recipes to available kitchen utensils or appliances (e.g., stove-top alternatives)</a:t>
            </a:r>
          </a:p>
        </p:txBody>
      </p:sp>
      <p:grpSp>
        <p:nvGrpSpPr>
          <p:cNvPr id="394" name="Google Shape;394;p42"/>
          <p:cNvGrpSpPr/>
          <p:nvPr/>
        </p:nvGrpSpPr>
        <p:grpSpPr>
          <a:xfrm>
            <a:off x="713226" y="709411"/>
            <a:ext cx="1834973" cy="3724678"/>
            <a:chOff x="5186401" y="494525"/>
            <a:chExt cx="1834973" cy="3724678"/>
          </a:xfrm>
        </p:grpSpPr>
        <p:sp>
          <p:nvSpPr>
            <p:cNvPr id="395" name="Google Shape;395;p42"/>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2"/>
            <p:cNvSpPr/>
            <p:nvPr/>
          </p:nvSpPr>
          <p:spPr>
            <a:xfrm>
              <a:off x="5874830" y="39315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97" name="Google Shape;397;p42"/>
          <p:cNvPicPr preferRelativeResize="0"/>
          <p:nvPr/>
        </p:nvPicPr>
        <p:blipFill rotWithShape="1">
          <a:blip r:embed="rId3"/>
          <a:srcRect l="47334" t="14617" r="26280" b="18251"/>
          <a:stretch/>
        </p:blipFill>
        <p:spPr>
          <a:xfrm>
            <a:off x="798413" y="815735"/>
            <a:ext cx="1664600" cy="31761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49000">
              <a:schemeClr val="lt1"/>
            </a:gs>
            <a:gs pos="100000">
              <a:schemeClr val="dk2"/>
            </a:gs>
          </a:gsLst>
          <a:lin ang="0" scaled="0"/>
        </a:gradFill>
        <a:effectLst/>
      </p:bgPr>
    </p:bg>
    <p:spTree>
      <p:nvGrpSpPr>
        <p:cNvPr id="1" name="Shape 263"/>
        <p:cNvGrpSpPr/>
        <p:nvPr/>
      </p:nvGrpSpPr>
      <p:grpSpPr>
        <a:xfrm>
          <a:off x="0" y="0"/>
          <a:ext cx="0" cy="0"/>
          <a:chOff x="0" y="0"/>
          <a:chExt cx="0" cy="0"/>
        </a:xfrm>
      </p:grpSpPr>
      <p:pic>
        <p:nvPicPr>
          <p:cNvPr id="264" name="Google Shape;264;p33"/>
          <p:cNvPicPr preferRelativeResize="0"/>
          <p:nvPr/>
        </p:nvPicPr>
        <p:blipFill rotWithShape="1">
          <a:blip r:embed="rId3">
            <a:alphaModFix/>
          </a:blip>
          <a:srcRect l="28908" t="43493" r="17025"/>
          <a:stretch/>
        </p:blipFill>
        <p:spPr>
          <a:xfrm rot="-4812664">
            <a:off x="-1424811" y="518428"/>
            <a:ext cx="5853222" cy="3964969"/>
          </a:xfrm>
          <a:prstGeom prst="rect">
            <a:avLst/>
          </a:prstGeom>
          <a:noFill/>
          <a:ln>
            <a:noFill/>
          </a:ln>
        </p:spPr>
      </p:pic>
      <p:sp>
        <p:nvSpPr>
          <p:cNvPr id="265" name="Google Shape;265;p33"/>
          <p:cNvSpPr txBox="1">
            <a:spLocks noGrp="1"/>
          </p:cNvSpPr>
          <p:nvPr>
            <p:ph type="title"/>
          </p:nvPr>
        </p:nvSpPr>
        <p:spPr>
          <a:xfrm>
            <a:off x="4500000" y="2420913"/>
            <a:ext cx="439751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conclusion</a:t>
            </a:r>
            <a:endParaRPr dirty="0"/>
          </a:p>
        </p:txBody>
      </p:sp>
      <p:pic>
        <p:nvPicPr>
          <p:cNvPr id="266" name="Google Shape;266;p33"/>
          <p:cNvPicPr preferRelativeResize="0">
            <a:picLocks noGrp="1"/>
          </p:cNvPicPr>
          <p:nvPr>
            <p:ph type="pic" idx="3"/>
          </p:nvPr>
        </p:nvPicPr>
        <p:blipFill rotWithShape="1">
          <a:blip r:embed="rId4"/>
          <a:srcRect l="48499" t="20050" r="5618" b="18697"/>
          <a:stretch/>
        </p:blipFill>
        <p:spPr>
          <a:xfrm>
            <a:off x="713220" y="974850"/>
            <a:ext cx="3189900" cy="3193800"/>
          </a:xfrm>
          <a:prstGeom prst="ellipse">
            <a:avLst/>
          </a:prstGeom>
        </p:spPr>
      </p:pic>
      <p:sp>
        <p:nvSpPr>
          <p:cNvPr id="267" name="Google Shape;267;p33"/>
          <p:cNvSpPr txBox="1">
            <a:spLocks noGrp="1"/>
          </p:cNvSpPr>
          <p:nvPr>
            <p:ph type="title" idx="2"/>
          </p:nvPr>
        </p:nvSpPr>
        <p:spPr>
          <a:xfrm>
            <a:off x="4500000" y="1095976"/>
            <a:ext cx="25080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spTree>
    <p:extLst>
      <p:ext uri="{BB962C8B-B14F-4D97-AF65-F5344CB8AC3E}">
        <p14:creationId xmlns:p14="http://schemas.microsoft.com/office/powerpoint/2010/main" val="2952097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p:sp>
        <p:nvSpPr>
          <p:cNvPr id="403" name="Google Shape;403;p43"/>
          <p:cNvSpPr txBox="1"/>
          <p:nvPr/>
        </p:nvSpPr>
        <p:spPr>
          <a:xfrm flipH="1">
            <a:off x="720000" y="1862575"/>
            <a:ext cx="1812300" cy="108409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Initial GPU Setup:</a:t>
            </a:r>
          </a:p>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Used T4 GPU via Google </a:t>
            </a:r>
            <a:r>
              <a:rPr lang="en-GB" sz="1200" dirty="0" err="1">
                <a:solidFill>
                  <a:schemeClr val="dk1"/>
                </a:solidFill>
                <a:latin typeface="Bai Jamjuree"/>
                <a:ea typeface="Bai Jamjuree"/>
                <a:cs typeface="Bai Jamjuree"/>
                <a:sym typeface="Bai Jamjuree"/>
              </a:rPr>
              <a:t>Colab</a:t>
            </a:r>
            <a:r>
              <a:rPr lang="en-GB" sz="1200" dirty="0">
                <a:solidFill>
                  <a:schemeClr val="dk1"/>
                </a:solidFill>
                <a:latin typeface="Bai Jamjuree"/>
                <a:ea typeface="Bai Jamjuree"/>
                <a:cs typeface="Bai Jamjuree"/>
                <a:sym typeface="Bai Jamjuree"/>
              </a:rPr>
              <a:t> but faced limitations around 300 rows.</a:t>
            </a:r>
          </a:p>
          <a:p>
            <a:pPr marL="0" lvl="0" indent="0" algn="ctr" rtl="0">
              <a:spcBef>
                <a:spcPts val="0"/>
              </a:spcBef>
              <a:spcAft>
                <a:spcPts val="0"/>
              </a:spcAft>
              <a:buNone/>
            </a:pPr>
            <a:endParaRPr lang="en-GB" sz="1200" dirty="0">
              <a:solidFill>
                <a:schemeClr val="dk1"/>
              </a:solidFill>
              <a:latin typeface="Bai Jamjuree"/>
              <a:ea typeface="Bai Jamjuree"/>
              <a:cs typeface="Bai Jamjuree"/>
              <a:sym typeface="Bai Jamjuree"/>
            </a:endParaRPr>
          </a:p>
        </p:txBody>
      </p:sp>
      <p:sp>
        <p:nvSpPr>
          <p:cNvPr id="404" name="Google Shape;404;p43"/>
          <p:cNvSpPr txBox="1"/>
          <p:nvPr/>
        </p:nvSpPr>
        <p:spPr>
          <a:xfrm flipH="1">
            <a:off x="2683900" y="1862574"/>
            <a:ext cx="1812300" cy="108213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Upgrade to </a:t>
            </a:r>
            <a:r>
              <a:rPr lang="en-GB" sz="1200" dirty="0" err="1">
                <a:solidFill>
                  <a:schemeClr val="dk1"/>
                </a:solidFill>
                <a:latin typeface="Bai Jamjuree"/>
                <a:ea typeface="Bai Jamjuree"/>
                <a:cs typeface="Bai Jamjuree"/>
                <a:sym typeface="Bai Jamjuree"/>
              </a:rPr>
              <a:t>Colab</a:t>
            </a:r>
            <a:r>
              <a:rPr lang="en-GB" sz="1200" dirty="0">
                <a:solidFill>
                  <a:schemeClr val="dk1"/>
                </a:solidFill>
                <a:latin typeface="Bai Jamjuree"/>
                <a:ea typeface="Bai Jamjuree"/>
                <a:cs typeface="Bai Jamjuree"/>
                <a:sym typeface="Bai Jamjuree"/>
              </a:rPr>
              <a:t> Pro:</a:t>
            </a:r>
          </a:p>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Switched to Google </a:t>
            </a:r>
            <a:r>
              <a:rPr lang="en-GB" sz="1200" dirty="0" err="1">
                <a:solidFill>
                  <a:schemeClr val="dk1"/>
                </a:solidFill>
                <a:latin typeface="Bai Jamjuree"/>
                <a:ea typeface="Bai Jamjuree"/>
                <a:cs typeface="Bai Jamjuree"/>
                <a:sym typeface="Bai Jamjuree"/>
              </a:rPr>
              <a:t>Colab</a:t>
            </a:r>
            <a:r>
              <a:rPr lang="en-GB" sz="1200" dirty="0">
                <a:solidFill>
                  <a:schemeClr val="dk1"/>
                </a:solidFill>
                <a:latin typeface="Bai Jamjuree"/>
                <a:ea typeface="Bai Jamjuree"/>
                <a:cs typeface="Bai Jamjuree"/>
                <a:sym typeface="Bai Jamjuree"/>
              </a:rPr>
              <a:t> Pro, successfully testing on up to 10,000 rows.</a:t>
            </a:r>
          </a:p>
          <a:p>
            <a:pPr marL="0" lvl="0" indent="0" algn="ctr" rtl="0">
              <a:spcBef>
                <a:spcPts val="0"/>
              </a:spcBef>
              <a:spcAft>
                <a:spcPts val="0"/>
              </a:spcAft>
              <a:buNone/>
            </a:pPr>
            <a:endParaRPr lang="en-GB" sz="1200" dirty="0">
              <a:solidFill>
                <a:schemeClr val="dk1"/>
              </a:solidFill>
              <a:latin typeface="Bai Jamjuree"/>
              <a:ea typeface="Bai Jamjuree"/>
              <a:cs typeface="Bai Jamjuree"/>
              <a:sym typeface="Bai Jamjuree"/>
            </a:endParaRPr>
          </a:p>
        </p:txBody>
      </p:sp>
      <p:sp>
        <p:nvSpPr>
          <p:cNvPr id="405" name="Google Shape;405;p43"/>
          <p:cNvSpPr txBox="1"/>
          <p:nvPr/>
        </p:nvSpPr>
        <p:spPr>
          <a:xfrm flipH="1">
            <a:off x="4647800" y="1862574"/>
            <a:ext cx="1812300" cy="108213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Online GPU Rental: Rented GPUs (NVIDIA RTX 4090 and NVIDIA H100) to accelerate final testing.</a:t>
            </a:r>
          </a:p>
          <a:p>
            <a:pPr marL="0" lvl="0" indent="0" algn="ctr" rtl="0">
              <a:spcBef>
                <a:spcPts val="0"/>
              </a:spcBef>
              <a:spcAft>
                <a:spcPts val="0"/>
              </a:spcAft>
              <a:buNone/>
            </a:pPr>
            <a:endParaRPr lang="en-GB" sz="1200" dirty="0">
              <a:solidFill>
                <a:schemeClr val="dk1"/>
              </a:solidFill>
              <a:latin typeface="Bai Jamjuree"/>
              <a:ea typeface="Bai Jamjuree"/>
              <a:cs typeface="Bai Jamjuree"/>
              <a:sym typeface="Bai Jamjuree"/>
            </a:endParaRPr>
          </a:p>
        </p:txBody>
      </p:sp>
      <p:sp>
        <p:nvSpPr>
          <p:cNvPr id="406" name="Google Shape;406;p43"/>
          <p:cNvSpPr txBox="1"/>
          <p:nvPr/>
        </p:nvSpPr>
        <p:spPr>
          <a:xfrm flipH="1">
            <a:off x="6611700" y="1862575"/>
            <a:ext cx="1812300" cy="121895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Final Testing Configuration: </a:t>
            </a:r>
          </a:p>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NVIDIA RTX 4090 (24 GiB, 1 GPU, 16 CPUs) -  NVIDIA H100 (80 GiB, 1 GPU, 31 CPUs)</a:t>
            </a:r>
          </a:p>
        </p:txBody>
      </p:sp>
      <p:sp>
        <p:nvSpPr>
          <p:cNvPr id="407" name="Google Shape;407;p43"/>
          <p:cNvSpPr txBox="1"/>
          <p:nvPr/>
        </p:nvSpPr>
        <p:spPr>
          <a:xfrm flipH="1">
            <a:off x="720000" y="3697024"/>
            <a:ext cx="1812300" cy="136872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Satisfactory Responses: </a:t>
            </a:r>
          </a:p>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Testing yielded satisfactory responses, with optimization providing the best possible model.</a:t>
            </a:r>
          </a:p>
        </p:txBody>
      </p:sp>
      <p:sp>
        <p:nvSpPr>
          <p:cNvPr id="408" name="Google Shape;408;p43"/>
          <p:cNvSpPr txBox="1"/>
          <p:nvPr/>
        </p:nvSpPr>
        <p:spPr>
          <a:xfrm flipH="1">
            <a:off x="2683900" y="3697025"/>
            <a:ext cx="1812300" cy="8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Metric Performance: Despite constraints, the model performed well according to evaluation metrics.</a:t>
            </a:r>
          </a:p>
          <a:p>
            <a:pPr marL="0" lvl="0" indent="0" algn="ctr" rtl="0">
              <a:spcBef>
                <a:spcPts val="0"/>
              </a:spcBef>
              <a:spcAft>
                <a:spcPts val="0"/>
              </a:spcAft>
              <a:buNone/>
            </a:pPr>
            <a:endParaRPr lang="en-GB" sz="1200" dirty="0">
              <a:solidFill>
                <a:schemeClr val="dk1"/>
              </a:solidFill>
              <a:latin typeface="Bai Jamjuree"/>
              <a:ea typeface="Bai Jamjuree"/>
              <a:cs typeface="Bai Jamjuree"/>
              <a:sym typeface="Bai Jamjuree"/>
            </a:endParaRPr>
          </a:p>
        </p:txBody>
      </p:sp>
      <p:sp>
        <p:nvSpPr>
          <p:cNvPr id="409" name="Google Shape;409;p43"/>
          <p:cNvSpPr txBox="1"/>
          <p:nvPr/>
        </p:nvSpPr>
        <p:spPr>
          <a:xfrm flipH="1">
            <a:off x="4647800" y="3697024"/>
            <a:ext cx="1812300" cy="136874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Limitations: </a:t>
            </a:r>
          </a:p>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Couldn't train on the entire dataset or multiple datasets due to limited computational resources.</a:t>
            </a:r>
          </a:p>
        </p:txBody>
      </p:sp>
      <p:sp>
        <p:nvSpPr>
          <p:cNvPr id="410" name="Google Shape;410;p43"/>
          <p:cNvSpPr txBox="1"/>
          <p:nvPr/>
        </p:nvSpPr>
        <p:spPr>
          <a:xfrm flipH="1">
            <a:off x="6611700" y="3697025"/>
            <a:ext cx="1812300" cy="8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Bai Jamjuree"/>
                <a:ea typeface="Bai Jamjuree"/>
                <a:cs typeface="Bai Jamjuree"/>
                <a:sym typeface="Bai Jamjuree"/>
              </a:rPr>
              <a:t>Faster Testing: Streamlined workload and achieved quicker results.</a:t>
            </a:r>
          </a:p>
          <a:p>
            <a:pPr marL="0" lvl="0" indent="0" algn="ctr" rtl="0">
              <a:spcBef>
                <a:spcPts val="0"/>
              </a:spcBef>
              <a:spcAft>
                <a:spcPts val="0"/>
              </a:spcAft>
              <a:buNone/>
            </a:pPr>
            <a:endParaRPr lang="en-GB" sz="1200" dirty="0">
              <a:solidFill>
                <a:schemeClr val="dk1"/>
              </a:solidFill>
              <a:latin typeface="Bai Jamjuree"/>
              <a:ea typeface="Bai Jamjuree"/>
              <a:cs typeface="Bai Jamjuree"/>
              <a:sym typeface="Bai Jamjuree"/>
            </a:endParaRPr>
          </a:p>
        </p:txBody>
      </p:sp>
      <p:sp>
        <p:nvSpPr>
          <p:cNvPr id="411" name="Google Shape;411;p43"/>
          <p:cNvSpPr/>
          <p:nvPr/>
        </p:nvSpPr>
        <p:spPr>
          <a:xfrm>
            <a:off x="1422300" y="1318200"/>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3"/>
          <p:cNvSpPr/>
          <p:nvPr/>
        </p:nvSpPr>
        <p:spPr>
          <a:xfrm>
            <a:off x="3384900" y="1316250"/>
            <a:ext cx="411600" cy="4116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3"/>
          <p:cNvSpPr/>
          <p:nvPr/>
        </p:nvSpPr>
        <p:spPr>
          <a:xfrm>
            <a:off x="1422300" y="3150513"/>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3"/>
          <p:cNvSpPr/>
          <p:nvPr/>
        </p:nvSpPr>
        <p:spPr>
          <a:xfrm>
            <a:off x="3386200" y="3150513"/>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3"/>
          <p:cNvSpPr/>
          <p:nvPr/>
        </p:nvSpPr>
        <p:spPr>
          <a:xfrm>
            <a:off x="5350100" y="3150513"/>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3"/>
          <p:cNvSpPr/>
          <p:nvPr/>
        </p:nvSpPr>
        <p:spPr>
          <a:xfrm>
            <a:off x="7314000" y="3150513"/>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3"/>
          <p:cNvSpPr/>
          <p:nvPr/>
        </p:nvSpPr>
        <p:spPr>
          <a:xfrm>
            <a:off x="7314000" y="1318200"/>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p:nvPr/>
        </p:nvSpPr>
        <p:spPr>
          <a:xfrm>
            <a:off x="5351400" y="1318200"/>
            <a:ext cx="407700" cy="407700"/>
          </a:xfrm>
          <a:prstGeom prst="ellipse">
            <a:avLst/>
          </a:prstGeom>
          <a:gradFill>
            <a:gsLst>
              <a:gs pos="0">
                <a:schemeClr val="accent1"/>
              </a:gs>
              <a:gs pos="7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9" name="Google Shape;419;p43"/>
          <p:cNvCxnSpPr>
            <a:stCxn id="411" idx="6"/>
            <a:endCxn id="412" idx="2"/>
          </p:cNvCxnSpPr>
          <p:nvPr/>
        </p:nvCxnSpPr>
        <p:spPr>
          <a:xfrm>
            <a:off x="1830000" y="1522050"/>
            <a:ext cx="1554900" cy="0"/>
          </a:xfrm>
          <a:prstGeom prst="straightConnector1">
            <a:avLst/>
          </a:prstGeom>
          <a:noFill/>
          <a:ln w="9525" cap="flat" cmpd="sng">
            <a:solidFill>
              <a:schemeClr val="dk1"/>
            </a:solidFill>
            <a:prstDash val="dot"/>
            <a:round/>
            <a:headEnd type="none" w="med" len="med"/>
            <a:tailEnd type="triangle" w="med" len="med"/>
          </a:ln>
        </p:spPr>
      </p:cxnSp>
      <p:cxnSp>
        <p:nvCxnSpPr>
          <p:cNvPr id="420" name="Google Shape;420;p43"/>
          <p:cNvCxnSpPr>
            <a:stCxn id="412" idx="6"/>
            <a:endCxn id="418" idx="2"/>
          </p:cNvCxnSpPr>
          <p:nvPr/>
        </p:nvCxnSpPr>
        <p:spPr>
          <a:xfrm>
            <a:off x="3796500" y="1522050"/>
            <a:ext cx="1554900" cy="0"/>
          </a:xfrm>
          <a:prstGeom prst="straightConnector1">
            <a:avLst/>
          </a:prstGeom>
          <a:noFill/>
          <a:ln w="9525" cap="flat" cmpd="sng">
            <a:solidFill>
              <a:schemeClr val="dk1"/>
            </a:solidFill>
            <a:prstDash val="dot"/>
            <a:round/>
            <a:headEnd type="none" w="med" len="med"/>
            <a:tailEnd type="triangle" w="med" len="med"/>
          </a:ln>
        </p:spPr>
      </p:cxnSp>
      <p:cxnSp>
        <p:nvCxnSpPr>
          <p:cNvPr id="421" name="Google Shape;421;p43"/>
          <p:cNvCxnSpPr>
            <a:stCxn id="418" idx="6"/>
            <a:endCxn id="417" idx="2"/>
          </p:cNvCxnSpPr>
          <p:nvPr/>
        </p:nvCxnSpPr>
        <p:spPr>
          <a:xfrm>
            <a:off x="5759100" y="1522050"/>
            <a:ext cx="1554900" cy="0"/>
          </a:xfrm>
          <a:prstGeom prst="straightConnector1">
            <a:avLst/>
          </a:prstGeom>
          <a:noFill/>
          <a:ln w="9525" cap="flat" cmpd="sng">
            <a:solidFill>
              <a:schemeClr val="dk1"/>
            </a:solidFill>
            <a:prstDash val="dot"/>
            <a:round/>
            <a:headEnd type="none" w="med" len="med"/>
            <a:tailEnd type="triangle" w="med" len="med"/>
          </a:ln>
        </p:spPr>
      </p:cxnSp>
      <p:cxnSp>
        <p:nvCxnSpPr>
          <p:cNvPr id="422" name="Google Shape;422;p43"/>
          <p:cNvCxnSpPr>
            <a:stCxn id="413" idx="6"/>
            <a:endCxn id="414" idx="2"/>
          </p:cNvCxnSpPr>
          <p:nvPr/>
        </p:nvCxnSpPr>
        <p:spPr>
          <a:xfrm>
            <a:off x="1830000" y="3354363"/>
            <a:ext cx="1556100" cy="0"/>
          </a:xfrm>
          <a:prstGeom prst="straightConnector1">
            <a:avLst/>
          </a:prstGeom>
          <a:noFill/>
          <a:ln w="9525" cap="flat" cmpd="sng">
            <a:solidFill>
              <a:schemeClr val="dk1"/>
            </a:solidFill>
            <a:prstDash val="dot"/>
            <a:round/>
            <a:headEnd type="triangle" w="med" len="med"/>
            <a:tailEnd type="none" w="med" len="med"/>
          </a:ln>
        </p:spPr>
      </p:cxnSp>
      <p:cxnSp>
        <p:nvCxnSpPr>
          <p:cNvPr id="423" name="Google Shape;423;p43"/>
          <p:cNvCxnSpPr>
            <a:stCxn id="414" idx="6"/>
            <a:endCxn id="415" idx="2"/>
          </p:cNvCxnSpPr>
          <p:nvPr/>
        </p:nvCxnSpPr>
        <p:spPr>
          <a:xfrm>
            <a:off x="3793900" y="3354363"/>
            <a:ext cx="1556100" cy="0"/>
          </a:xfrm>
          <a:prstGeom prst="straightConnector1">
            <a:avLst/>
          </a:prstGeom>
          <a:noFill/>
          <a:ln w="9525" cap="flat" cmpd="sng">
            <a:solidFill>
              <a:schemeClr val="dk1"/>
            </a:solidFill>
            <a:prstDash val="dot"/>
            <a:round/>
            <a:headEnd type="triangle" w="med" len="med"/>
            <a:tailEnd type="none" w="med" len="med"/>
          </a:ln>
        </p:spPr>
      </p:cxnSp>
      <p:cxnSp>
        <p:nvCxnSpPr>
          <p:cNvPr id="424" name="Google Shape;424;p43"/>
          <p:cNvCxnSpPr>
            <a:stCxn id="415" idx="6"/>
            <a:endCxn id="416" idx="2"/>
          </p:cNvCxnSpPr>
          <p:nvPr/>
        </p:nvCxnSpPr>
        <p:spPr>
          <a:xfrm>
            <a:off x="5757800" y="3354363"/>
            <a:ext cx="1556100" cy="0"/>
          </a:xfrm>
          <a:prstGeom prst="straightConnector1">
            <a:avLst/>
          </a:prstGeom>
          <a:noFill/>
          <a:ln w="9525" cap="flat" cmpd="sng">
            <a:solidFill>
              <a:schemeClr val="dk1"/>
            </a:solidFill>
            <a:prstDash val="dot"/>
            <a:round/>
            <a:headEnd type="triangle" w="med" len="med"/>
            <a:tailEnd type="none" w="med" len="med"/>
          </a:ln>
        </p:spPr>
      </p:cxnSp>
      <p:cxnSp>
        <p:nvCxnSpPr>
          <p:cNvPr id="425" name="Google Shape;425;p43"/>
          <p:cNvCxnSpPr>
            <a:stCxn id="417" idx="6"/>
            <a:endCxn id="416" idx="6"/>
          </p:cNvCxnSpPr>
          <p:nvPr/>
        </p:nvCxnSpPr>
        <p:spPr>
          <a:xfrm>
            <a:off x="7721700" y="1522050"/>
            <a:ext cx="600" cy="1832400"/>
          </a:xfrm>
          <a:prstGeom prst="bentConnector3">
            <a:avLst>
              <a:gd name="adj1" fmla="val 115129166"/>
            </a:avLst>
          </a:prstGeom>
          <a:noFill/>
          <a:ln w="9525" cap="flat" cmpd="sng">
            <a:solidFill>
              <a:schemeClr val="dk1"/>
            </a:solidFill>
            <a:prstDash val="dot"/>
            <a:round/>
            <a:headEnd type="none" w="med" len="med"/>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8"/>
          <p:cNvSpPr txBox="1">
            <a:spLocks noGrp="1"/>
          </p:cNvSpPr>
          <p:nvPr>
            <p:ph type="ctrTitle"/>
          </p:nvPr>
        </p:nvSpPr>
        <p:spPr>
          <a:xfrm>
            <a:off x="3848190" y="542925"/>
            <a:ext cx="4186500" cy="839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THANKS!</a:t>
            </a:r>
            <a:endParaRPr/>
          </a:p>
        </p:txBody>
      </p:sp>
      <p:sp>
        <p:nvSpPr>
          <p:cNvPr id="496" name="Google Shape;496;p48"/>
          <p:cNvSpPr txBox="1">
            <a:spLocks noGrp="1"/>
          </p:cNvSpPr>
          <p:nvPr>
            <p:ph type="subTitle" idx="1"/>
          </p:nvPr>
        </p:nvSpPr>
        <p:spPr>
          <a:xfrm>
            <a:off x="3848280" y="2124350"/>
            <a:ext cx="4186500" cy="447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lt1"/>
              </a:buClr>
              <a:buSzPts val="1100"/>
              <a:buFont typeface="Arial"/>
              <a:buNone/>
            </a:pPr>
            <a:r>
              <a:rPr lang="en" b="1" dirty="0"/>
              <a:t>Do you have any questions?</a:t>
            </a:r>
            <a:endParaRPr b="1" dirty="0"/>
          </a:p>
        </p:txBody>
      </p:sp>
      <p:sp>
        <p:nvSpPr>
          <p:cNvPr id="5" name="TextBox 4">
            <a:extLst>
              <a:ext uri="{FF2B5EF4-FFF2-40B4-BE49-F238E27FC236}">
                <a16:creationId xmlns:a16="http://schemas.microsoft.com/office/drawing/2014/main" id="{74022CD6-D1C3-40D9-A0E9-DC7D0DD4197E}"/>
              </a:ext>
            </a:extLst>
          </p:cNvPr>
          <p:cNvSpPr txBox="1"/>
          <p:nvPr/>
        </p:nvSpPr>
        <p:spPr>
          <a:xfrm>
            <a:off x="6327648" y="3776472"/>
            <a:ext cx="184731" cy="307777"/>
          </a:xfrm>
          <a:prstGeom prst="rect">
            <a:avLst/>
          </a:prstGeom>
          <a:noFill/>
        </p:spPr>
        <p:txBody>
          <a:bodyPr wrap="none" rtlCol="0">
            <a:spAutoFit/>
          </a:bodyPr>
          <a:lstStyle/>
          <a:p>
            <a:endParaRPr lang="it-IT" dirty="0"/>
          </a:p>
        </p:txBody>
      </p:sp>
      <p:pic>
        <p:nvPicPr>
          <p:cNvPr id="21" name="Picture 20" descr="A blue background with white text&#10;&#10;Description automatically generated">
            <a:extLst>
              <a:ext uri="{FF2B5EF4-FFF2-40B4-BE49-F238E27FC236}">
                <a16:creationId xmlns:a16="http://schemas.microsoft.com/office/drawing/2014/main" id="{3350DCB6-7B92-0603-1862-F70C478B7A1B}"/>
              </a:ext>
            </a:extLst>
          </p:cNvPr>
          <p:cNvPicPr>
            <a:picLocks noChangeAspect="1"/>
          </p:cNvPicPr>
          <p:nvPr/>
        </p:nvPicPr>
        <p:blipFill>
          <a:blip r:embed="rId3"/>
          <a:stretch>
            <a:fillRect/>
          </a:stretch>
        </p:blipFill>
        <p:spPr>
          <a:xfrm>
            <a:off x="4681006" y="3242171"/>
            <a:ext cx="3293283" cy="1068602"/>
          </a:xfrm>
          <a:prstGeom prst="rect">
            <a:avLst/>
          </a:prstGeom>
        </p:spPr>
      </p:pic>
    </p:spTree>
  </p:cSld>
  <p:clrMapOvr>
    <a:masterClrMapping/>
  </p:clrMapOvr>
</p:sld>
</file>

<file path=ppt/theme/theme1.xml><?xml version="1.0" encoding="utf-8"?>
<a:theme xmlns:a="http://schemas.openxmlformats.org/drawingml/2006/main" name="Anthrax Detection Technology Project Proposal by Slidesgo">
  <a:themeElements>
    <a:clrScheme name="Simple Light">
      <a:dk1>
        <a:srgbClr val="FFFFFF"/>
      </a:dk1>
      <a:lt1>
        <a:srgbClr val="0D0045"/>
      </a:lt1>
      <a:dk2>
        <a:srgbClr val="480036"/>
      </a:dk2>
      <a:lt2>
        <a:srgbClr val="B0292E"/>
      </a:lt2>
      <a:accent1>
        <a:srgbClr val="00BCEE"/>
      </a:accent1>
      <a:accent2>
        <a:srgbClr val="860E68"/>
      </a:accent2>
      <a:accent3>
        <a:srgbClr val="CC5EB0"/>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TotalTime>
  <Words>1936</Words>
  <Application>Microsoft Macintosh PowerPoint</Application>
  <PresentationFormat>On-screen Show (16:9)</PresentationFormat>
  <Paragraphs>221</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Phudu Medium</vt:lpstr>
      <vt:lpstr>PT Sans</vt:lpstr>
      <vt:lpstr>Bai Jamjuree</vt:lpstr>
      <vt:lpstr>Phudu SemiBold</vt:lpstr>
      <vt:lpstr>Bangla MN</vt:lpstr>
      <vt:lpstr>Bebas Neue</vt:lpstr>
      <vt:lpstr>Arial</vt:lpstr>
      <vt:lpstr>Phudu</vt:lpstr>
      <vt:lpstr>Bai Jamjuree Light</vt:lpstr>
      <vt:lpstr>Anthrax Detection Technology Project Proposal by Slidesgo</vt:lpstr>
      <vt:lpstr>ERASMUS HARDGAINERS RECEPIES Project</vt:lpstr>
      <vt:lpstr>TABLE OF CONTENTS</vt:lpstr>
      <vt:lpstr>OUR TEAM</vt:lpstr>
      <vt:lpstr>Our team</vt:lpstr>
      <vt:lpstr>introduction</vt:lpstr>
      <vt:lpstr>introduction</vt:lpstr>
      <vt:lpstr>Project implementation</vt:lpstr>
      <vt:lpstr>Dataset</vt:lpstr>
      <vt:lpstr>Data loading and preprocessing</vt:lpstr>
      <vt:lpstr>Data loading and preprocessing</vt:lpstr>
      <vt:lpstr>Data loading and preprocessing</vt:lpstr>
      <vt:lpstr>PowerPoint Presentation</vt:lpstr>
      <vt:lpstr>PowerPoint Presentation</vt:lpstr>
      <vt:lpstr>Evaluation &amp; visualization</vt:lpstr>
      <vt:lpstr>PowerPoint Presentation</vt:lpstr>
      <vt:lpstr>Evaluation process</vt:lpstr>
      <vt:lpstr>Evaluation process</vt:lpstr>
      <vt:lpstr>Evaluation process</vt:lpstr>
      <vt:lpstr>Future work</vt:lpstr>
      <vt:lpstr>Future enhancements</vt:lpstr>
      <vt:lpstr>conclusion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ERASMUS HARDGAINERS RECEPIES Project</dc:title>
  <cp:lastModifiedBy>MATTEO RAMBALDI</cp:lastModifiedBy>
  <cp:revision>19</cp:revision>
  <dcterms:modified xsi:type="dcterms:W3CDTF">2024-05-13T08:59:09Z</dcterms:modified>
</cp:coreProperties>
</file>